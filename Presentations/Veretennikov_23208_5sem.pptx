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2"/>
  </p:notesMasterIdLst>
  <p:sldIdLst>
    <p:sldId id="256" r:id="rId2"/>
    <p:sldId id="257" r:id="rId3"/>
    <p:sldId id="262" r:id="rId4"/>
    <p:sldId id="259" r:id="rId5"/>
    <p:sldId id="260" r:id="rId6"/>
    <p:sldId id="278" r:id="rId7"/>
    <p:sldId id="261" r:id="rId8"/>
    <p:sldId id="266" r:id="rId9"/>
    <p:sldId id="276" r:id="rId10"/>
    <p:sldId id="275" r:id="rId11"/>
  </p:sldIdLst>
  <p:sldSz cx="6858000" cy="5143500"/>
  <p:notesSz cx="6858000" cy="9144000"/>
  <p:embeddedFontLst>
    <p:embeddedFont>
      <p:font typeface="Inter Medium" panose="02000503000000020004" pitchFamily="2" charset="0"/>
      <p:regular r:id="rId13"/>
      <p:bold r:id="rId14"/>
    </p:embeddedFont>
    <p:embeddedFont>
      <p:font typeface="JetBrains Mono" panose="02000009000000000000" pitchFamily="49" charset="0"/>
      <p:regular r:id="rId15"/>
      <p:bold r:id="rId16"/>
      <p:italic r:id="rId17"/>
      <p:boldItalic r:id="rId18"/>
    </p:embeddedFont>
    <p:embeddedFont>
      <p:font typeface="Nunito Light" panose="020F0302020204030204" pitchFamily="34" charset="0"/>
      <p:regular r:id="rId19"/>
      <p: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2774B08-7C44-4392-B887-CD72248041D2}">
  <a:tblStyle styleId="{F2774B08-7C44-4392-B887-CD72248041D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DFCFD6D-F010-4EB2-86AB-C017008FBBF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86"/>
    <p:restoredTop sz="94816"/>
  </p:normalViewPr>
  <p:slideViewPr>
    <p:cSldViewPr snapToGrid="0">
      <p:cViewPr varScale="1">
        <p:scale>
          <a:sx n="193" d="100"/>
          <a:sy n="193" d="100"/>
        </p:scale>
        <p:origin x="24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5171066b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5171066b3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D2312CD9-83A2-2748-251F-B9AE71837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54dda1946d_6_308:notes">
            <a:extLst>
              <a:ext uri="{FF2B5EF4-FFF2-40B4-BE49-F238E27FC236}">
                <a16:creationId xmlns:a16="http://schemas.microsoft.com/office/drawing/2014/main" id="{621D48DF-CA9E-CFF3-B4AC-B427852C2F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54dda1946d_6_308:notes">
            <a:extLst>
              <a:ext uri="{FF2B5EF4-FFF2-40B4-BE49-F238E27FC236}">
                <a16:creationId xmlns:a16="http://schemas.microsoft.com/office/drawing/2014/main" id="{97CF75A5-451A-B44D-E9AB-ECC6FD271C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59189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d44c0c1fca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d44c0c1fca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534919" y="1392300"/>
            <a:ext cx="4120875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9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9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9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9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9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9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9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9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534919" y="3165125"/>
            <a:ext cx="4120875" cy="3513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-54363" y="-9375"/>
            <a:ext cx="1965600" cy="351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grpSp>
        <p:nvGrpSpPr>
          <p:cNvPr id="12" name="Google Shape;12;p2"/>
          <p:cNvGrpSpPr/>
          <p:nvPr/>
        </p:nvGrpSpPr>
        <p:grpSpPr>
          <a:xfrm flipH="1">
            <a:off x="762707" y="92425"/>
            <a:ext cx="1148506" cy="147700"/>
            <a:chOff x="715650" y="4605350"/>
            <a:chExt cx="2809800" cy="147700"/>
          </a:xfrm>
        </p:grpSpPr>
        <p:sp>
          <p:nvSpPr>
            <p:cNvPr id="13" name="Google Shape;13;p2"/>
            <p:cNvSpPr/>
            <p:nvPr/>
          </p:nvSpPr>
          <p:spPr>
            <a:xfrm>
              <a:off x="715650" y="4605350"/>
              <a:ext cx="2809800" cy="47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715650" y="4705350"/>
              <a:ext cx="2809800" cy="47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035381" y="2578950"/>
            <a:ext cx="32877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375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3035381" y="1798950"/>
            <a:ext cx="926775" cy="8418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4125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>
            <a:spLocks noGrp="1"/>
          </p:cNvSpPr>
          <p:nvPr>
            <p:ph type="pic" idx="3"/>
          </p:nvPr>
        </p:nvSpPr>
        <p:spPr>
          <a:xfrm>
            <a:off x="690150" y="769850"/>
            <a:ext cx="1953225" cy="3834300"/>
          </a:xfrm>
          <a:prstGeom prst="rect">
            <a:avLst/>
          </a:prstGeom>
          <a:noFill/>
          <a:ln>
            <a:noFill/>
          </a:ln>
        </p:spPr>
      </p:sp>
      <p:sp>
        <p:nvSpPr>
          <p:cNvPr id="19" name="Google Shape;19;p3"/>
          <p:cNvSpPr/>
          <p:nvPr/>
        </p:nvSpPr>
        <p:spPr>
          <a:xfrm>
            <a:off x="4076700" y="4726200"/>
            <a:ext cx="2781225" cy="284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20" name="Google Shape;20;p3"/>
          <p:cNvSpPr/>
          <p:nvPr/>
        </p:nvSpPr>
        <p:spPr>
          <a:xfrm>
            <a:off x="0" y="0"/>
            <a:ext cx="1489275" cy="16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21" name="Google Shape;21;p3"/>
          <p:cNvSpPr/>
          <p:nvPr/>
        </p:nvSpPr>
        <p:spPr>
          <a:xfrm>
            <a:off x="2643263" y="4859550"/>
            <a:ext cx="4214700" cy="28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540000" y="445025"/>
            <a:ext cx="577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540000" y="1144114"/>
            <a:ext cx="5778000" cy="4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3429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685800" lvl="1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028700" lvl="2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371600" lvl="3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1714500" lvl="4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057400" lvl="5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2400300" lvl="6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2743200" lvl="7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3086100" lvl="8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pic>
        <p:nvPicPr>
          <p:cNvPr id="25" name="Google Shape;25;p4"/>
          <p:cNvPicPr preferRelativeResize="0"/>
          <p:nvPr/>
        </p:nvPicPr>
        <p:blipFill rotWithShape="1">
          <a:blip r:embed="rId2">
            <a:alphaModFix/>
          </a:blip>
          <a:srcRect t="55820"/>
          <a:stretch/>
        </p:blipFill>
        <p:spPr>
          <a:xfrm>
            <a:off x="-174057" y="108903"/>
            <a:ext cx="1046006" cy="24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t="55820"/>
          <a:stretch/>
        </p:blipFill>
        <p:spPr>
          <a:xfrm>
            <a:off x="6018375" y="4777553"/>
            <a:ext cx="1046006" cy="240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540000" y="445025"/>
            <a:ext cx="577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1"/>
          </p:nvPr>
        </p:nvSpPr>
        <p:spPr>
          <a:xfrm>
            <a:off x="3758053" y="2248075"/>
            <a:ext cx="2244375" cy="177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2"/>
          </p:nvPr>
        </p:nvSpPr>
        <p:spPr>
          <a:xfrm>
            <a:off x="855572" y="2248075"/>
            <a:ext cx="2244375" cy="177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3"/>
          </p:nvPr>
        </p:nvSpPr>
        <p:spPr>
          <a:xfrm>
            <a:off x="855572" y="1728725"/>
            <a:ext cx="2244375" cy="4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200">
                <a:solidFill>
                  <a:schemeClr val="dk1"/>
                </a:solidFill>
                <a:highlight>
                  <a:schemeClr val="dk2"/>
                </a:highlight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4"/>
          </p:nvPr>
        </p:nvSpPr>
        <p:spPr>
          <a:xfrm>
            <a:off x="3758053" y="1728725"/>
            <a:ext cx="2244375" cy="4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200">
                <a:solidFill>
                  <a:schemeClr val="dk1"/>
                </a:solidFill>
                <a:highlight>
                  <a:schemeClr val="dk2"/>
                </a:highlight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9pPr>
          </a:lstStyle>
          <a:p>
            <a:endParaRPr/>
          </a:p>
        </p:txBody>
      </p:sp>
      <p:pic>
        <p:nvPicPr>
          <p:cNvPr id="33" name="Google Shape;33;p5"/>
          <p:cNvPicPr preferRelativeResize="0"/>
          <p:nvPr/>
        </p:nvPicPr>
        <p:blipFill rotWithShape="1">
          <a:blip r:embed="rId2">
            <a:alphaModFix/>
          </a:blip>
          <a:srcRect t="55820"/>
          <a:stretch/>
        </p:blipFill>
        <p:spPr>
          <a:xfrm>
            <a:off x="-168356" y="138625"/>
            <a:ext cx="835013" cy="19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3123413" y="693175"/>
            <a:ext cx="3199725" cy="100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ubTitle" idx="1"/>
          </p:nvPr>
        </p:nvSpPr>
        <p:spPr>
          <a:xfrm>
            <a:off x="3123413" y="1728425"/>
            <a:ext cx="3199725" cy="27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>
            <a:spLocks noGrp="1"/>
          </p:cNvSpPr>
          <p:nvPr>
            <p:ph type="pic" idx="2"/>
          </p:nvPr>
        </p:nvSpPr>
        <p:spPr>
          <a:xfrm>
            <a:off x="446606" y="956750"/>
            <a:ext cx="2383875" cy="32301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3" name="Google Shape;43;p7"/>
          <p:cNvGrpSpPr/>
          <p:nvPr/>
        </p:nvGrpSpPr>
        <p:grpSpPr>
          <a:xfrm>
            <a:off x="6354473" y="105400"/>
            <a:ext cx="387675" cy="516900"/>
            <a:chOff x="8472630" y="105400"/>
            <a:chExt cx="516900" cy="516900"/>
          </a:xfrm>
        </p:grpSpPr>
        <p:sp>
          <p:nvSpPr>
            <p:cNvPr id="44" name="Google Shape;44;p7"/>
            <p:cNvSpPr/>
            <p:nvPr/>
          </p:nvSpPr>
          <p:spPr>
            <a:xfrm>
              <a:off x="8555415" y="188200"/>
              <a:ext cx="351300" cy="351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45" name="Google Shape;45;p7"/>
            <p:cNvSpPr/>
            <p:nvPr/>
          </p:nvSpPr>
          <p:spPr>
            <a:xfrm>
              <a:off x="8472630" y="105400"/>
              <a:ext cx="516900" cy="5169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1738463" y="1307100"/>
            <a:ext cx="3381075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9pPr>
          </a:lstStyle>
          <a:p>
            <a:endParaRPr/>
          </a:p>
        </p:txBody>
      </p:sp>
      <p:pic>
        <p:nvPicPr>
          <p:cNvPr id="48" name="Google Shape;4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14425" y="-432774"/>
            <a:ext cx="1484048" cy="1944543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8"/>
          <p:cNvSpPr/>
          <p:nvPr/>
        </p:nvSpPr>
        <p:spPr>
          <a:xfrm>
            <a:off x="722006" y="840102"/>
            <a:ext cx="280125" cy="3735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50" name="Google Shape;50;p8"/>
          <p:cNvSpPr/>
          <p:nvPr/>
        </p:nvSpPr>
        <p:spPr>
          <a:xfrm rot="10800000" flipH="1">
            <a:off x="3156300" y="4893895"/>
            <a:ext cx="3701700" cy="249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>
            <a:spLocks noGrp="1"/>
          </p:cNvSpPr>
          <p:nvPr>
            <p:ph type="title"/>
          </p:nvPr>
        </p:nvSpPr>
        <p:spPr>
          <a:xfrm>
            <a:off x="1601663" y="1189100"/>
            <a:ext cx="3654675" cy="17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500"/>
              <a:buNone/>
              <a:defRPr sz="4875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ubTitle" idx="1"/>
          </p:nvPr>
        </p:nvSpPr>
        <p:spPr>
          <a:xfrm>
            <a:off x="1601663" y="3153500"/>
            <a:ext cx="3654675" cy="4449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/>
          <p:nvPr/>
        </p:nvSpPr>
        <p:spPr>
          <a:xfrm rot="-5400000">
            <a:off x="6014513" y="630413"/>
            <a:ext cx="1473900" cy="21307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grpSp>
        <p:nvGrpSpPr>
          <p:cNvPr id="55" name="Google Shape;55;p9"/>
          <p:cNvGrpSpPr/>
          <p:nvPr/>
        </p:nvGrpSpPr>
        <p:grpSpPr>
          <a:xfrm>
            <a:off x="159657" y="4827445"/>
            <a:ext cx="650528" cy="83100"/>
            <a:chOff x="81151" y="4950070"/>
            <a:chExt cx="867371" cy="83100"/>
          </a:xfrm>
        </p:grpSpPr>
        <p:sp>
          <p:nvSpPr>
            <p:cNvPr id="56" name="Google Shape;56;p9"/>
            <p:cNvSpPr/>
            <p:nvPr/>
          </p:nvSpPr>
          <p:spPr>
            <a:xfrm>
              <a:off x="81151" y="4950070"/>
              <a:ext cx="83100" cy="83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57" name="Google Shape;57;p9"/>
            <p:cNvSpPr/>
            <p:nvPr/>
          </p:nvSpPr>
          <p:spPr>
            <a:xfrm>
              <a:off x="340476" y="4950070"/>
              <a:ext cx="83100" cy="83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58" name="Google Shape;58;p9"/>
            <p:cNvSpPr/>
            <p:nvPr/>
          </p:nvSpPr>
          <p:spPr>
            <a:xfrm>
              <a:off x="606098" y="4950070"/>
              <a:ext cx="83100" cy="83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59" name="Google Shape;59;p9"/>
            <p:cNvSpPr/>
            <p:nvPr/>
          </p:nvSpPr>
          <p:spPr>
            <a:xfrm>
              <a:off x="865422" y="4950070"/>
              <a:ext cx="83100" cy="83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540000" y="4014450"/>
            <a:ext cx="5778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>
            <a:spLocks noGrp="1"/>
          </p:cNvSpPr>
          <p:nvPr>
            <p:ph type="title" hasCustomPrompt="1"/>
          </p:nvPr>
        </p:nvSpPr>
        <p:spPr>
          <a:xfrm>
            <a:off x="963000" y="1781575"/>
            <a:ext cx="4932000" cy="11517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>
            <a:spLocks noGrp="1"/>
          </p:cNvSpPr>
          <p:nvPr>
            <p:ph type="subTitle" idx="1"/>
          </p:nvPr>
        </p:nvSpPr>
        <p:spPr>
          <a:xfrm>
            <a:off x="963000" y="2933275"/>
            <a:ext cx="4932000" cy="428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3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>
            <a:spLocks noGrp="1"/>
          </p:cNvSpPr>
          <p:nvPr>
            <p:ph type="title"/>
          </p:nvPr>
        </p:nvSpPr>
        <p:spPr>
          <a:xfrm>
            <a:off x="540000" y="445025"/>
            <a:ext cx="577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subTitle" idx="1"/>
          </p:nvPr>
        </p:nvSpPr>
        <p:spPr>
          <a:xfrm>
            <a:off x="546956" y="2240550"/>
            <a:ext cx="1769400" cy="15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subTitle" idx="2"/>
          </p:nvPr>
        </p:nvSpPr>
        <p:spPr>
          <a:xfrm>
            <a:off x="2544300" y="2240550"/>
            <a:ext cx="1769400" cy="15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subTitle" idx="3"/>
          </p:nvPr>
        </p:nvSpPr>
        <p:spPr>
          <a:xfrm>
            <a:off x="4541644" y="2240550"/>
            <a:ext cx="1769400" cy="15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ubTitle" idx="4"/>
          </p:nvPr>
        </p:nvSpPr>
        <p:spPr>
          <a:xfrm>
            <a:off x="546956" y="1728725"/>
            <a:ext cx="1769400" cy="4569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2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subTitle" idx="5"/>
          </p:nvPr>
        </p:nvSpPr>
        <p:spPr>
          <a:xfrm>
            <a:off x="2544300" y="1728725"/>
            <a:ext cx="1769400" cy="4569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2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subTitle" idx="6"/>
          </p:nvPr>
        </p:nvSpPr>
        <p:spPr>
          <a:xfrm>
            <a:off x="4541644" y="1728725"/>
            <a:ext cx="1769400" cy="4569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2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>
            <a:spLocks noGrp="1"/>
          </p:cNvSpPr>
          <p:nvPr>
            <p:ph type="title"/>
          </p:nvPr>
        </p:nvSpPr>
        <p:spPr>
          <a:xfrm>
            <a:off x="1760963" y="749000"/>
            <a:ext cx="3336075" cy="10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25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1"/>
          <p:cNvSpPr txBox="1">
            <a:spLocks noGrp="1"/>
          </p:cNvSpPr>
          <p:nvPr>
            <p:ph type="subTitle" idx="1"/>
          </p:nvPr>
        </p:nvSpPr>
        <p:spPr>
          <a:xfrm>
            <a:off x="1760963" y="1810400"/>
            <a:ext cx="3336075" cy="9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pic>
        <p:nvPicPr>
          <p:cNvPr id="161" name="Google Shape;161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14425" y="-432774"/>
            <a:ext cx="1484048" cy="194454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1"/>
          <p:cNvSpPr/>
          <p:nvPr/>
        </p:nvSpPr>
        <p:spPr>
          <a:xfrm>
            <a:off x="722006" y="840102"/>
            <a:ext cx="280125" cy="3735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163" name="Google Shape;163;p21"/>
          <p:cNvSpPr/>
          <p:nvPr/>
        </p:nvSpPr>
        <p:spPr>
          <a:xfrm>
            <a:off x="4076700" y="4726200"/>
            <a:ext cx="2781225" cy="284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164" name="Google Shape;164;p21"/>
          <p:cNvSpPr/>
          <p:nvPr/>
        </p:nvSpPr>
        <p:spPr>
          <a:xfrm>
            <a:off x="2643263" y="4859550"/>
            <a:ext cx="4214700" cy="28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165" name="Google Shape;165;p21"/>
          <p:cNvSpPr txBox="1"/>
          <p:nvPr/>
        </p:nvSpPr>
        <p:spPr>
          <a:xfrm>
            <a:off x="1760963" y="3929300"/>
            <a:ext cx="3336075" cy="4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ctr" rtl="0">
              <a:spcBef>
                <a:spcPts val="225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CREDITS: This presentation template was created by </a:t>
            </a:r>
            <a:r>
              <a:rPr lang="en" sz="750" u="sng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75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, and includes icons by </a:t>
            </a:r>
            <a:r>
              <a:rPr lang="en" sz="750" u="sng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75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, and infographics &amp; images by </a:t>
            </a:r>
            <a:r>
              <a:rPr lang="en" sz="750" u="sng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750" u="sng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endParaRPr sz="750" u="sng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oogle Shape;167;p22"/>
          <p:cNvGrpSpPr/>
          <p:nvPr/>
        </p:nvGrpSpPr>
        <p:grpSpPr>
          <a:xfrm rot="5400000">
            <a:off x="-289815" y="4510356"/>
            <a:ext cx="970041" cy="94725"/>
            <a:chOff x="6435928" y="2154143"/>
            <a:chExt cx="970041" cy="126300"/>
          </a:xfrm>
        </p:grpSpPr>
        <p:sp>
          <p:nvSpPr>
            <p:cNvPr id="168" name="Google Shape;168;p22"/>
            <p:cNvSpPr/>
            <p:nvPr/>
          </p:nvSpPr>
          <p:spPr>
            <a:xfrm>
              <a:off x="6435928" y="2154143"/>
              <a:ext cx="126300" cy="126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69" name="Google Shape;169;p22"/>
            <p:cNvSpPr/>
            <p:nvPr/>
          </p:nvSpPr>
          <p:spPr>
            <a:xfrm>
              <a:off x="6713987" y="2154143"/>
              <a:ext cx="126300" cy="126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70" name="Google Shape;170;p22"/>
            <p:cNvSpPr/>
            <p:nvPr/>
          </p:nvSpPr>
          <p:spPr>
            <a:xfrm>
              <a:off x="7001609" y="2154143"/>
              <a:ext cx="126300" cy="126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71" name="Google Shape;171;p22"/>
            <p:cNvSpPr/>
            <p:nvPr/>
          </p:nvSpPr>
          <p:spPr>
            <a:xfrm>
              <a:off x="7279668" y="2154143"/>
              <a:ext cx="126300" cy="126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  <p:sp>
        <p:nvSpPr>
          <p:cNvPr id="172" name="Google Shape;172;p22"/>
          <p:cNvSpPr/>
          <p:nvPr/>
        </p:nvSpPr>
        <p:spPr>
          <a:xfrm rot="10800000" flipH="1">
            <a:off x="3156300" y="4893895"/>
            <a:ext cx="3701700" cy="249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grpSp>
        <p:nvGrpSpPr>
          <p:cNvPr id="173" name="Google Shape;173;p22"/>
          <p:cNvGrpSpPr/>
          <p:nvPr/>
        </p:nvGrpSpPr>
        <p:grpSpPr>
          <a:xfrm>
            <a:off x="6397391" y="84450"/>
            <a:ext cx="387675" cy="516900"/>
            <a:chOff x="8172330" y="2673275"/>
            <a:chExt cx="516900" cy="516900"/>
          </a:xfrm>
        </p:grpSpPr>
        <p:sp>
          <p:nvSpPr>
            <p:cNvPr id="174" name="Google Shape;174;p22"/>
            <p:cNvSpPr/>
            <p:nvPr/>
          </p:nvSpPr>
          <p:spPr>
            <a:xfrm>
              <a:off x="8255115" y="2756075"/>
              <a:ext cx="351300" cy="351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75" name="Google Shape;175;p22"/>
            <p:cNvSpPr/>
            <p:nvPr/>
          </p:nvSpPr>
          <p:spPr>
            <a:xfrm>
              <a:off x="8172330" y="2673275"/>
              <a:ext cx="516900" cy="5169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3"/>
          <p:cNvSpPr/>
          <p:nvPr/>
        </p:nvSpPr>
        <p:spPr>
          <a:xfrm rot="-5400000" flipH="1">
            <a:off x="6018094" y="4406360"/>
            <a:ext cx="1210800" cy="26347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grpSp>
        <p:nvGrpSpPr>
          <p:cNvPr id="178" name="Google Shape;178;p23"/>
          <p:cNvGrpSpPr/>
          <p:nvPr/>
        </p:nvGrpSpPr>
        <p:grpSpPr>
          <a:xfrm rot="-5400000" flipH="1">
            <a:off x="6270724" y="4231897"/>
            <a:ext cx="705541" cy="110775"/>
            <a:chOff x="715650" y="4605350"/>
            <a:chExt cx="2809800" cy="147700"/>
          </a:xfrm>
        </p:grpSpPr>
        <p:sp>
          <p:nvSpPr>
            <p:cNvPr id="179" name="Google Shape;179;p23"/>
            <p:cNvSpPr/>
            <p:nvPr/>
          </p:nvSpPr>
          <p:spPr>
            <a:xfrm>
              <a:off x="715650" y="4605350"/>
              <a:ext cx="2809800" cy="4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80" name="Google Shape;180;p23"/>
            <p:cNvSpPr/>
            <p:nvPr/>
          </p:nvSpPr>
          <p:spPr>
            <a:xfrm>
              <a:off x="715650" y="4705350"/>
              <a:ext cx="2809800" cy="4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  <p:sp>
        <p:nvSpPr>
          <p:cNvPr id="181" name="Google Shape;181;p23"/>
          <p:cNvSpPr/>
          <p:nvPr/>
        </p:nvSpPr>
        <p:spPr>
          <a:xfrm flipH="1">
            <a:off x="0" y="0"/>
            <a:ext cx="3701700" cy="249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182" name="Google Shape;182;p23"/>
          <p:cNvSpPr/>
          <p:nvPr/>
        </p:nvSpPr>
        <p:spPr>
          <a:xfrm>
            <a:off x="-192731" y="4540500"/>
            <a:ext cx="727650" cy="970200"/>
          </a:xfrm>
          <a:prstGeom prst="ellipse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183" name="Google Shape;183;p23"/>
          <p:cNvSpPr/>
          <p:nvPr/>
        </p:nvSpPr>
        <p:spPr>
          <a:xfrm>
            <a:off x="6473599" y="363850"/>
            <a:ext cx="263475" cy="351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4919" y="445025"/>
            <a:ext cx="578812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34919" y="1152475"/>
            <a:ext cx="5788125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●"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○"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■"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●"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○"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■"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●"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○"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Char char="■"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67" r:id="rId12"/>
    <p:sldLayoutId id="2147483668" r:id="rId13"/>
    <p:sldLayoutId id="2147483669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7"/>
          <p:cNvSpPr/>
          <p:nvPr/>
        </p:nvSpPr>
        <p:spPr>
          <a:xfrm>
            <a:off x="-230076" y="3719611"/>
            <a:ext cx="1337850" cy="1337850"/>
          </a:xfrm>
          <a:prstGeom prst="ellipse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94" name="Google Shape;194;p27"/>
          <p:cNvSpPr txBox="1">
            <a:spLocks noGrp="1"/>
          </p:cNvSpPr>
          <p:nvPr>
            <p:ph type="ctrTitle"/>
          </p:nvPr>
        </p:nvSpPr>
        <p:spPr>
          <a:xfrm>
            <a:off x="534919" y="1687163"/>
            <a:ext cx="4665581" cy="1207575"/>
          </a:xfrm>
          <a:prstGeom prst="rect">
            <a:avLst/>
          </a:prstGeom>
        </p:spPr>
        <p:txBody>
          <a:bodyPr spcFirstLastPara="1" wrap="square" lIns="68569" tIns="68569" rIns="68569" bIns="68569" anchor="b" anchorCtr="0">
            <a:noAutofit/>
          </a:bodyPr>
          <a:lstStyle/>
          <a:p>
            <a:r>
              <a:rPr lang="ru-RU" dirty="0"/>
              <a:t>Знакомство с </a:t>
            </a:r>
            <a:r>
              <a:rPr lang="en-US" dirty="0"/>
              <a:t>CUDA</a:t>
            </a:r>
            <a:r>
              <a:rPr lang="ru-RU" dirty="0"/>
              <a:t> и системой</a:t>
            </a:r>
            <a:r>
              <a:rPr lang="en-US" dirty="0"/>
              <a:t> LuNA</a:t>
            </a:r>
            <a:endParaRPr dirty="0"/>
          </a:p>
        </p:txBody>
      </p:sp>
      <p:sp>
        <p:nvSpPr>
          <p:cNvPr id="195" name="Google Shape;195;p27"/>
          <p:cNvSpPr txBox="1">
            <a:spLocks noGrp="1"/>
          </p:cNvSpPr>
          <p:nvPr>
            <p:ph type="subTitle" idx="1"/>
          </p:nvPr>
        </p:nvSpPr>
        <p:spPr>
          <a:xfrm>
            <a:off x="534919" y="2894738"/>
            <a:ext cx="6422471" cy="318914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indent="0">
              <a:lnSpc>
                <a:spcPct val="150000"/>
              </a:lnSpc>
            </a:pPr>
            <a:endParaRPr lang="ru-RU" dirty="0"/>
          </a:p>
        </p:txBody>
      </p:sp>
      <p:pic>
        <p:nvPicPr>
          <p:cNvPr id="196" name="Google Shape;196;p27"/>
          <p:cNvPicPr preferRelativeResize="0"/>
          <p:nvPr/>
        </p:nvPicPr>
        <p:blipFill rotWithShape="1">
          <a:blip r:embed="rId3">
            <a:alphaModFix/>
          </a:blip>
          <a:srcRect l="-1588" t="20678" r="14790" b="-5045"/>
          <a:stretch/>
        </p:blipFill>
        <p:spPr>
          <a:xfrm>
            <a:off x="5200500" y="-117150"/>
            <a:ext cx="1888837" cy="1804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2702" y="3696245"/>
            <a:ext cx="1460758" cy="57061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94;p27">
            <a:extLst>
              <a:ext uri="{FF2B5EF4-FFF2-40B4-BE49-F238E27FC236}">
                <a16:creationId xmlns:a16="http://schemas.microsoft.com/office/drawing/2014/main" id="{CD54E472-186F-AD47-840D-10CA755639AC}"/>
              </a:ext>
            </a:extLst>
          </p:cNvPr>
          <p:cNvSpPr txBox="1">
            <a:spLocks/>
          </p:cNvSpPr>
          <p:nvPr/>
        </p:nvSpPr>
        <p:spPr>
          <a:xfrm>
            <a:off x="1221207" y="3213652"/>
            <a:ext cx="4665581" cy="120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JetBrains Mono"/>
              <a:buNone/>
              <a:defRPr sz="45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JetBrains Mono"/>
              <a:buNone/>
              <a:defRPr sz="3900" b="1" i="0" u="none" strike="noStrike" cap="none">
                <a:solidFill>
                  <a:srgbClr val="191919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JetBrains Mono"/>
              <a:buNone/>
              <a:defRPr sz="3900" b="1" i="0" u="none" strike="noStrike" cap="none">
                <a:solidFill>
                  <a:srgbClr val="191919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JetBrains Mono"/>
              <a:buNone/>
              <a:defRPr sz="3900" b="1" i="0" u="none" strike="noStrike" cap="none">
                <a:solidFill>
                  <a:srgbClr val="191919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JetBrains Mono"/>
              <a:buNone/>
              <a:defRPr sz="3900" b="1" i="0" u="none" strike="noStrike" cap="none">
                <a:solidFill>
                  <a:srgbClr val="191919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JetBrains Mono"/>
              <a:buNone/>
              <a:defRPr sz="3900" b="1" i="0" u="none" strike="noStrike" cap="none">
                <a:solidFill>
                  <a:srgbClr val="191919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JetBrains Mono"/>
              <a:buNone/>
              <a:defRPr sz="3900" b="1" i="0" u="none" strike="noStrike" cap="none">
                <a:solidFill>
                  <a:srgbClr val="191919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JetBrains Mono"/>
              <a:buNone/>
              <a:defRPr sz="3900" b="1" i="0" u="none" strike="noStrike" cap="none">
                <a:solidFill>
                  <a:srgbClr val="191919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JetBrains Mono"/>
              <a:buNone/>
              <a:defRPr sz="3900" b="1" i="0" u="none" strike="noStrike" cap="none">
                <a:solidFill>
                  <a:srgbClr val="191919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pPr>
              <a:lnSpc>
                <a:spcPct val="150000"/>
              </a:lnSpc>
            </a:pPr>
            <a:r>
              <a:rPr lang="ru-RU" sz="1600" dirty="0"/>
              <a:t>Выполнил</a:t>
            </a:r>
            <a:r>
              <a:rPr lang="ru-RU" sz="1600" b="0" dirty="0"/>
              <a:t>: Веретенников А.А.</a:t>
            </a:r>
          </a:p>
          <a:p>
            <a:pPr>
              <a:lnSpc>
                <a:spcPct val="150000"/>
              </a:lnSpc>
            </a:pPr>
            <a:r>
              <a:rPr lang="ru-RU" sz="1600" dirty="0"/>
              <a:t>РП от организации</a:t>
            </a:r>
            <a:r>
              <a:rPr lang="ru-RU" sz="1600" b="0" dirty="0"/>
              <a:t>:</a:t>
            </a:r>
            <a:r>
              <a:rPr lang="ru-RU" sz="1600" dirty="0"/>
              <a:t> </a:t>
            </a:r>
            <a:r>
              <a:rPr lang="ru-RU" sz="1600" b="0" dirty="0"/>
              <a:t>Перепёлкин В.А.</a:t>
            </a:r>
          </a:p>
          <a:p>
            <a:pPr>
              <a:lnSpc>
                <a:spcPct val="150000"/>
              </a:lnSpc>
            </a:pPr>
            <a:r>
              <a:rPr lang="ru-RU" sz="1600" dirty="0"/>
              <a:t>РП от НГУ</a:t>
            </a:r>
            <a:r>
              <a:rPr lang="ru-RU" sz="1600" b="0" dirty="0"/>
              <a:t>: Малышкин В.Э.</a:t>
            </a:r>
            <a:endParaRPr lang="en-US" sz="1600" b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8"/>
          <p:cNvSpPr txBox="1">
            <a:spLocks noGrp="1"/>
          </p:cNvSpPr>
          <p:nvPr>
            <p:ph type="title"/>
          </p:nvPr>
        </p:nvSpPr>
        <p:spPr>
          <a:xfrm>
            <a:off x="539903" y="428875"/>
            <a:ext cx="5778000" cy="429525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r>
              <a:rPr lang="ru-RU" dirty="0"/>
              <a:t>Цель и задачи</a:t>
            </a:r>
            <a:endParaRPr dirty="0"/>
          </a:p>
        </p:txBody>
      </p:sp>
      <p:sp>
        <p:nvSpPr>
          <p:cNvPr id="204" name="Google Shape;204;p28"/>
          <p:cNvSpPr txBox="1">
            <a:spLocks noGrp="1"/>
          </p:cNvSpPr>
          <p:nvPr>
            <p:ph type="body" idx="1"/>
          </p:nvPr>
        </p:nvSpPr>
        <p:spPr>
          <a:xfrm>
            <a:off x="539903" y="1142032"/>
            <a:ext cx="5778000" cy="693985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marL="0" indent="0">
              <a:buNone/>
            </a:pPr>
            <a:r>
              <a:rPr lang="ru-RU" b="1" u="sng" dirty="0"/>
              <a:t>Цель</a:t>
            </a:r>
            <a:r>
              <a:rPr lang="ru-RU" dirty="0"/>
              <a:t>: получение практических навыков работы с системами автоматического конструирования параллельных программ и технологиями параллельных решений.</a:t>
            </a:r>
          </a:p>
        </p:txBody>
      </p:sp>
      <p:graphicFrame>
        <p:nvGraphicFramePr>
          <p:cNvPr id="205" name="Google Shape;205;p28"/>
          <p:cNvGraphicFramePr/>
          <p:nvPr>
            <p:extLst>
              <p:ext uri="{D42A27DB-BD31-4B8C-83A1-F6EECF244321}">
                <p14:modId xmlns:p14="http://schemas.microsoft.com/office/powerpoint/2010/main" val="478001518"/>
              </p:ext>
            </p:extLst>
          </p:nvPr>
        </p:nvGraphicFramePr>
        <p:xfrm>
          <a:off x="539903" y="2246041"/>
          <a:ext cx="5778001" cy="2135365"/>
        </p:xfrm>
        <a:graphic>
          <a:graphicData uri="http://schemas.openxmlformats.org/drawingml/2006/table">
            <a:tbl>
              <a:tblPr>
                <a:noFill/>
                <a:tableStyleId>{F2774B08-7C44-4392-B887-CD72248041D2}</a:tableStyleId>
              </a:tblPr>
              <a:tblGrid>
                <a:gridCol w="1696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1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752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800" b="1" u="none" dirty="0">
                          <a:solidFill>
                            <a:schemeClr val="hlink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_1_</a:t>
                      </a:r>
                      <a:r>
                        <a:rPr lang="ru-RU" sz="800" u="none" dirty="0">
                          <a:solidFill>
                            <a:schemeClr val="hlink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Теоретические основы</a:t>
                      </a:r>
                      <a:endParaRPr sz="800" u="none" dirty="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L="68569" marR="68569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800" dirty="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Изучить теоретические основы фрагментированного программирования и системы </a:t>
                      </a:r>
                      <a:r>
                        <a:rPr lang="en-US" sz="800" dirty="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LuNA</a:t>
                      </a:r>
                    </a:p>
                  </a:txBody>
                  <a:tcPr marL="68569" marR="68569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23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800" b="1" u="none" dirty="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_2_</a:t>
                      </a:r>
                      <a:r>
                        <a:rPr lang="ru-RU" sz="800" u="none" dirty="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</a:t>
                      </a:r>
                      <a:r>
                        <a:rPr lang="en-US" sz="800" u="none" dirty="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LuNA</a:t>
                      </a:r>
                      <a:endParaRPr sz="800" u="none" dirty="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L="68569" marR="68569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800" dirty="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Установить и настроить систему </a:t>
                      </a:r>
                      <a:r>
                        <a:rPr lang="en-US" sz="800" dirty="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LuNA</a:t>
                      </a:r>
                      <a:endParaRPr sz="800" dirty="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L="68569" marR="68569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13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 u="none" dirty="0">
                          <a:solidFill>
                            <a:schemeClr val="hlink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_3_</a:t>
                      </a:r>
                      <a:r>
                        <a:rPr lang="en" sz="800" u="none" dirty="0">
                          <a:solidFill>
                            <a:schemeClr val="hlink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</a:t>
                      </a:r>
                      <a:r>
                        <a:rPr lang="ru-RU" sz="800" u="none" dirty="0">
                          <a:solidFill>
                            <a:schemeClr val="hlink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Практическое задание </a:t>
                      </a:r>
                      <a:r>
                        <a:rPr lang="en-US" sz="800" u="none" dirty="0">
                          <a:solidFill>
                            <a:schemeClr val="hlink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N2</a:t>
                      </a:r>
                      <a:endParaRPr sz="800" u="none" dirty="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L="68569" marR="68569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800" dirty="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Разработать последовательные программы на </a:t>
                      </a:r>
                      <a:r>
                        <a:rPr lang="en-US" sz="800" dirty="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C++</a:t>
                      </a:r>
                      <a:r>
                        <a:rPr lang="ru-RU" sz="800" dirty="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для скалярного произведения и умножения подматрицы на вектор</a:t>
                      </a:r>
                      <a:endParaRPr sz="800" dirty="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L="68569" marR="68569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99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800" b="1" u="none" dirty="0">
                          <a:solidFill>
                            <a:schemeClr val="hlink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_4_</a:t>
                      </a:r>
                      <a:r>
                        <a:rPr lang="ru-RU" sz="800" u="none" dirty="0">
                          <a:solidFill>
                            <a:schemeClr val="hlink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Пр. задание на </a:t>
                      </a:r>
                      <a:r>
                        <a:rPr lang="en-US" sz="800" u="none" dirty="0">
                          <a:solidFill>
                            <a:schemeClr val="hlink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LuNA</a:t>
                      </a:r>
                      <a:endParaRPr sz="800" u="none" dirty="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L="68569" marR="68569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800" dirty="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Разработать эквивалентные программы на языке </a:t>
                      </a:r>
                      <a:r>
                        <a:rPr lang="en-US" sz="800" dirty="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LuNA</a:t>
                      </a:r>
                      <a:endParaRPr sz="800" dirty="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L="68569" marR="68569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23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800" b="1" u="none" dirty="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_5_</a:t>
                      </a:r>
                      <a:r>
                        <a:rPr lang="ru-RU" sz="800" b="0" u="none" dirty="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Сравнение</a:t>
                      </a:r>
                      <a:endParaRPr sz="800" b="1" u="none" dirty="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L="68569" marR="68569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800" dirty="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Сравнить результаты работы параллельных и последовательных программ</a:t>
                      </a:r>
                      <a:endParaRPr sz="800" dirty="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L="68569" marR="68569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723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800" b="1" dirty="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_6_</a:t>
                      </a:r>
                      <a:r>
                        <a:rPr lang="ru-RU" sz="800" b="0" dirty="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</a:t>
                      </a:r>
                      <a:r>
                        <a:rPr lang="en-US" sz="800" b="0" dirty="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CUDA, Hello, World!</a:t>
                      </a:r>
                      <a:endParaRPr sz="800" b="1" dirty="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L="68569" marR="68569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800" dirty="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Установить </a:t>
                      </a:r>
                      <a:r>
                        <a:rPr lang="en-US" sz="800" dirty="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CUDA Toolkit </a:t>
                      </a:r>
                      <a:r>
                        <a:rPr lang="ru-RU" sz="800" dirty="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и выполнить тестовую программу</a:t>
                      </a:r>
                      <a:endParaRPr sz="800" dirty="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L="68569" marR="68569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Google Shape;203;p28">
            <a:extLst>
              <a:ext uri="{FF2B5EF4-FFF2-40B4-BE49-F238E27FC236}">
                <a16:creationId xmlns:a16="http://schemas.microsoft.com/office/drawing/2014/main" id="{3ECA289E-2941-6F5E-01F5-ADCB1F057662}"/>
              </a:ext>
            </a:extLst>
          </p:cNvPr>
          <p:cNvSpPr txBox="1">
            <a:spLocks/>
          </p:cNvSpPr>
          <p:nvPr/>
        </p:nvSpPr>
        <p:spPr>
          <a:xfrm>
            <a:off x="539903" y="1899933"/>
            <a:ext cx="5778000" cy="42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r>
              <a:rPr lang="ru-RU" sz="1600" dirty="0"/>
              <a:t>Задачи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3"/>
          <p:cNvSpPr txBox="1">
            <a:spLocks noGrp="1"/>
          </p:cNvSpPr>
          <p:nvPr>
            <p:ph type="title"/>
          </p:nvPr>
        </p:nvSpPr>
        <p:spPr>
          <a:xfrm>
            <a:off x="540000" y="586552"/>
            <a:ext cx="5778000" cy="429525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u="none" dirty="0">
                <a:solidFill>
                  <a:schemeClr val="hlink"/>
                </a:solidFill>
                <a:latin typeface="Inter Medium"/>
                <a:ea typeface="Inter Medium"/>
                <a:cs typeface="Inter Medium"/>
                <a:sym typeface="Inter Medium"/>
              </a:rPr>
              <a:t>_1_</a:t>
            </a:r>
            <a:r>
              <a:rPr lang="ru-RU" sz="3200" u="none" dirty="0">
                <a:solidFill>
                  <a:schemeClr val="hlink"/>
                </a:solidFill>
                <a:latin typeface="Inter Medium"/>
                <a:ea typeface="Inter Medium"/>
                <a:cs typeface="Inter Medium"/>
                <a:sym typeface="Inter Medium"/>
              </a:rPr>
              <a:t> Теоретические основы</a:t>
            </a:r>
            <a:endParaRPr lang="ru-RU" sz="3200" u="none" dirty="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59" name="Google Shape;259;p33"/>
          <p:cNvSpPr txBox="1">
            <a:spLocks noGrp="1"/>
          </p:cNvSpPr>
          <p:nvPr>
            <p:ph type="subTitle" idx="4"/>
          </p:nvPr>
        </p:nvSpPr>
        <p:spPr>
          <a:xfrm>
            <a:off x="546956" y="1505049"/>
            <a:ext cx="1769400" cy="513078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indent="0" algn="ctr"/>
            <a:r>
              <a:rPr lang="ru-RU" dirty="0"/>
              <a:t>ФВ — Фрагмент Вычислений</a:t>
            </a:r>
            <a:endParaRPr dirty="0"/>
          </a:p>
        </p:txBody>
      </p:sp>
      <p:sp>
        <p:nvSpPr>
          <p:cNvPr id="260" name="Google Shape;260;p33"/>
          <p:cNvSpPr txBox="1">
            <a:spLocks noGrp="1"/>
          </p:cNvSpPr>
          <p:nvPr>
            <p:ph type="subTitle" idx="5"/>
          </p:nvPr>
        </p:nvSpPr>
        <p:spPr>
          <a:xfrm>
            <a:off x="2544300" y="1514954"/>
            <a:ext cx="1769400" cy="513078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indent="0" algn="ctr"/>
            <a:r>
              <a:rPr lang="ru-RU" dirty="0"/>
              <a:t>ФД — Фрагмент Данных</a:t>
            </a:r>
            <a:endParaRPr dirty="0"/>
          </a:p>
        </p:txBody>
      </p:sp>
      <p:sp>
        <p:nvSpPr>
          <p:cNvPr id="261" name="Google Shape;261;p33"/>
          <p:cNvSpPr txBox="1">
            <a:spLocks noGrp="1"/>
          </p:cNvSpPr>
          <p:nvPr>
            <p:ph type="subTitle" idx="1"/>
          </p:nvPr>
        </p:nvSpPr>
        <p:spPr>
          <a:xfrm>
            <a:off x="546956" y="2182433"/>
            <a:ext cx="1769400" cy="1433641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marL="0" indent="0"/>
            <a:r>
              <a:rPr lang="ru-RU" dirty="0"/>
              <a:t>Последовательный вычислительный процесс, задаваемый последовательной процедурой на языке </a:t>
            </a:r>
            <a:r>
              <a:rPr lang="en-US" dirty="0"/>
              <a:t>C++</a:t>
            </a:r>
            <a:endParaRPr dirty="0"/>
          </a:p>
        </p:txBody>
      </p:sp>
      <p:sp>
        <p:nvSpPr>
          <p:cNvPr id="262" name="Google Shape;262;p33"/>
          <p:cNvSpPr txBox="1">
            <a:spLocks noGrp="1"/>
          </p:cNvSpPr>
          <p:nvPr>
            <p:ph type="subTitle" idx="2"/>
          </p:nvPr>
        </p:nvSpPr>
        <p:spPr>
          <a:xfrm>
            <a:off x="2544300" y="2182433"/>
            <a:ext cx="1769400" cy="1135575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marL="0" indent="0"/>
            <a:r>
              <a:rPr lang="ru-RU" dirty="0"/>
              <a:t>Входные и выходные аргументы ФВ</a:t>
            </a:r>
          </a:p>
          <a:p>
            <a:pPr marL="0" indent="0"/>
            <a:endParaRPr lang="ru-RU" dirty="0"/>
          </a:p>
          <a:p>
            <a:pPr marL="171450" indent="-171450">
              <a:buFontTx/>
              <a:buChar char="-"/>
            </a:pPr>
            <a:r>
              <a:rPr lang="ru-RU" dirty="0"/>
              <a:t>ФД может быть вычисленным и невычисленным</a:t>
            </a:r>
          </a:p>
          <a:p>
            <a:pPr marL="171450" indent="-171450">
              <a:buFontTx/>
              <a:buChar char="-"/>
            </a:pPr>
            <a:endParaRPr lang="ru-RU" dirty="0"/>
          </a:p>
          <a:p>
            <a:pPr marL="171450" indent="-171450">
              <a:buFontTx/>
              <a:buChar char="-"/>
            </a:pPr>
            <a:r>
              <a:rPr lang="ru-RU" dirty="0"/>
              <a:t>Если вычислен, то его значение уже не меняется</a:t>
            </a:r>
            <a:endParaRPr dirty="0"/>
          </a:p>
        </p:txBody>
      </p:sp>
      <p:sp>
        <p:nvSpPr>
          <p:cNvPr id="263" name="Google Shape;263;p33"/>
          <p:cNvSpPr txBox="1">
            <a:spLocks noGrp="1"/>
          </p:cNvSpPr>
          <p:nvPr>
            <p:ph type="subTitle" idx="3"/>
          </p:nvPr>
        </p:nvSpPr>
        <p:spPr>
          <a:xfrm>
            <a:off x="4541644" y="2186626"/>
            <a:ext cx="1769400" cy="1135575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marL="0" indent="0"/>
            <a:r>
              <a:rPr lang="ru-RU" dirty="0"/>
              <a:t>С++ процедура, реализующая вычислительную логику</a:t>
            </a:r>
            <a:endParaRPr dirty="0"/>
          </a:p>
        </p:txBody>
      </p:sp>
      <p:sp>
        <p:nvSpPr>
          <p:cNvPr id="264" name="Google Shape;264;p33"/>
          <p:cNvSpPr txBox="1">
            <a:spLocks noGrp="1"/>
          </p:cNvSpPr>
          <p:nvPr>
            <p:ph type="subTitle" idx="6"/>
          </p:nvPr>
        </p:nvSpPr>
        <p:spPr>
          <a:xfrm>
            <a:off x="4541644" y="1552693"/>
            <a:ext cx="1769400" cy="513078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indent="0" algn="ctr"/>
            <a:r>
              <a:rPr lang="ru-RU" dirty="0"/>
              <a:t>ФК — Фрагмент Кода</a:t>
            </a:r>
            <a:endParaRPr dirty="0"/>
          </a:p>
        </p:txBody>
      </p:sp>
      <p:sp>
        <p:nvSpPr>
          <p:cNvPr id="2" name="Google Shape;203;p28">
            <a:extLst>
              <a:ext uri="{FF2B5EF4-FFF2-40B4-BE49-F238E27FC236}">
                <a16:creationId xmlns:a16="http://schemas.microsoft.com/office/drawing/2014/main" id="{72DFF6DB-0DAB-055C-CAEB-8BEDA83B9EB5}"/>
              </a:ext>
            </a:extLst>
          </p:cNvPr>
          <p:cNvSpPr txBox="1">
            <a:spLocks/>
          </p:cNvSpPr>
          <p:nvPr/>
        </p:nvSpPr>
        <p:spPr>
          <a:xfrm>
            <a:off x="188720" y="4470854"/>
            <a:ext cx="5778000" cy="42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r>
              <a:rPr lang="en-US" sz="1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#</a:t>
            </a:r>
            <a:r>
              <a:rPr lang="ru-RU" sz="1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Описываем множество фрагментов, но не предписываем порядок их выполнения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56" y="1817701"/>
            <a:ext cx="2465124" cy="24224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0"/>
          <p:cNvSpPr txBox="1">
            <a:spLocks noGrp="1"/>
          </p:cNvSpPr>
          <p:nvPr>
            <p:ph type="title"/>
          </p:nvPr>
        </p:nvSpPr>
        <p:spPr>
          <a:xfrm>
            <a:off x="3123413" y="1162819"/>
            <a:ext cx="3079800" cy="753075"/>
          </a:xfrm>
          <a:prstGeom prst="rect">
            <a:avLst/>
          </a:prstGeom>
        </p:spPr>
        <p:txBody>
          <a:bodyPr spcFirstLastPara="1" wrap="square" lIns="68569" tIns="68569" rIns="68569" bIns="68569" anchor="b" anchorCtr="0">
            <a:noAutofit/>
          </a:bodyPr>
          <a:lstStyle/>
          <a:p>
            <a:r>
              <a:rPr lang="ru-RU" dirty="0"/>
              <a:t>_2_ </a:t>
            </a:r>
            <a:r>
              <a:rPr lang="en-US" dirty="0"/>
              <a:t>LuNA</a:t>
            </a:r>
            <a:endParaRPr dirty="0"/>
          </a:p>
        </p:txBody>
      </p:sp>
      <p:sp>
        <p:nvSpPr>
          <p:cNvPr id="232" name="Google Shape;232;p30"/>
          <p:cNvSpPr txBox="1">
            <a:spLocks noGrp="1"/>
          </p:cNvSpPr>
          <p:nvPr>
            <p:ph type="subTitle" idx="1"/>
          </p:nvPr>
        </p:nvSpPr>
        <p:spPr>
          <a:xfrm>
            <a:off x="3123413" y="1939256"/>
            <a:ext cx="3079800" cy="2041425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marL="0" indent="0">
              <a:buNone/>
            </a:pPr>
            <a:r>
              <a:rPr lang="ru-RU" b="1" u="sng" dirty="0"/>
              <a:t>Проблема</a:t>
            </a:r>
            <a:r>
              <a:rPr lang="ru-RU" dirty="0"/>
              <a:t>: в инструкции по установки указывалась необходимость установки </a:t>
            </a:r>
            <a:r>
              <a:rPr lang="en-US" dirty="0"/>
              <a:t>Python 2.7. </a:t>
            </a:r>
            <a:r>
              <a:rPr lang="ru-RU" dirty="0"/>
              <a:t>Однако эта версия не поддерживается в </a:t>
            </a:r>
            <a:r>
              <a:rPr lang="en-US" dirty="0"/>
              <a:t>Ubuntu 24.04</a:t>
            </a:r>
            <a:r>
              <a:rPr lang="ru-RU" dirty="0"/>
              <a:t>.</a:t>
            </a:r>
            <a:endParaRPr b="1" dirty="0"/>
          </a:p>
          <a:p>
            <a:pPr marL="342900" indent="0">
              <a:buNone/>
            </a:pPr>
            <a:endParaRPr dirty="0"/>
          </a:p>
          <a:p>
            <a:pPr marL="0" indent="0">
              <a:buNone/>
            </a:pPr>
            <a:r>
              <a:rPr lang="ru-RU" b="1" u="sng" dirty="0"/>
              <a:t>Решение</a:t>
            </a:r>
            <a:r>
              <a:rPr lang="ru-RU" dirty="0"/>
              <a:t>: система </a:t>
            </a:r>
            <a:r>
              <a:rPr lang="en-US" dirty="0"/>
              <a:t>LuNA</a:t>
            </a:r>
            <a:r>
              <a:rPr lang="ru-RU" dirty="0"/>
              <a:t> была успешно собрана с использованием </a:t>
            </a:r>
            <a:r>
              <a:rPr lang="en-US" dirty="0"/>
              <a:t>Python 3</a:t>
            </a:r>
            <a:r>
              <a:rPr lang="ru-RU" dirty="0"/>
              <a:t>. Это не повлияло на процесс сборки и работоспособности системы.</a:t>
            </a:r>
          </a:p>
        </p:txBody>
      </p:sp>
      <p:pic>
        <p:nvPicPr>
          <p:cNvPr id="233" name="Google Shape;233;p30"/>
          <p:cNvPicPr preferRelativeResize="0">
            <a:picLocks noGrp="1"/>
          </p:cNvPicPr>
          <p:nvPr>
            <p:ph type="pic" idx="2"/>
          </p:nvPr>
        </p:nvPicPr>
        <p:blipFill>
          <a:blip r:embed="rId4"/>
          <a:stretch/>
        </p:blipFill>
        <p:spPr>
          <a:xfrm>
            <a:off x="684066" y="2050312"/>
            <a:ext cx="2108200" cy="1714500"/>
          </a:xfrm>
          <a:prstGeom prst="rect">
            <a:avLst/>
          </a:prstGeom>
        </p:spPr>
      </p:pic>
      <p:sp>
        <p:nvSpPr>
          <p:cNvPr id="234" name="Google Shape;234;p30"/>
          <p:cNvSpPr/>
          <p:nvPr/>
        </p:nvSpPr>
        <p:spPr>
          <a:xfrm>
            <a:off x="1341244" y="3702600"/>
            <a:ext cx="1489275" cy="1244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3" name="Google Shape;203;p28">
            <a:extLst>
              <a:ext uri="{FF2B5EF4-FFF2-40B4-BE49-F238E27FC236}">
                <a16:creationId xmlns:a16="http://schemas.microsoft.com/office/drawing/2014/main" id="{08EF0D4B-8E1A-2273-9914-0A35F8D08728}"/>
              </a:ext>
            </a:extLst>
          </p:cNvPr>
          <p:cNvSpPr txBox="1">
            <a:spLocks/>
          </p:cNvSpPr>
          <p:nvPr/>
        </p:nvSpPr>
        <p:spPr>
          <a:xfrm>
            <a:off x="188720" y="4470854"/>
            <a:ext cx="5778000" cy="42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r>
              <a:rPr lang="en-US" sz="1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#</a:t>
            </a:r>
            <a:r>
              <a:rPr lang="ru-RU" sz="1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Тестовый пример подтвердил корректность установки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41" y="3037013"/>
            <a:ext cx="1489294" cy="1463551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1"/>
          <p:cNvSpPr txBox="1">
            <a:spLocks noGrp="1"/>
          </p:cNvSpPr>
          <p:nvPr>
            <p:ph type="title"/>
          </p:nvPr>
        </p:nvSpPr>
        <p:spPr>
          <a:xfrm>
            <a:off x="3035381" y="2577150"/>
            <a:ext cx="3287700" cy="631350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r>
              <a:rPr lang="ru-RU" dirty="0"/>
              <a:t>Практическое задание </a:t>
            </a:r>
            <a:r>
              <a:rPr lang="en-US" dirty="0"/>
              <a:t>N2</a:t>
            </a:r>
            <a:endParaRPr dirty="0"/>
          </a:p>
        </p:txBody>
      </p:sp>
      <p:sp>
        <p:nvSpPr>
          <p:cNvPr id="241" name="Google Shape;241;p31"/>
          <p:cNvSpPr txBox="1">
            <a:spLocks noGrp="1"/>
          </p:cNvSpPr>
          <p:nvPr>
            <p:ph type="title" idx="2"/>
          </p:nvPr>
        </p:nvSpPr>
        <p:spPr>
          <a:xfrm>
            <a:off x="960782" y="1922214"/>
            <a:ext cx="4936435" cy="631350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ru-RU" dirty="0"/>
              <a:t>_3_ и _4_ и </a:t>
            </a:r>
            <a:r>
              <a:rPr lang="en-US" dirty="0"/>
              <a:t>_5_</a:t>
            </a:r>
            <a:endParaRPr dirty="0"/>
          </a:p>
        </p:txBody>
      </p:sp>
      <p:sp>
        <p:nvSpPr>
          <p:cNvPr id="243" name="Google Shape;243;p31"/>
          <p:cNvSpPr/>
          <p:nvPr/>
        </p:nvSpPr>
        <p:spPr>
          <a:xfrm>
            <a:off x="113363" y="3065044"/>
            <a:ext cx="1394550" cy="1394325"/>
          </a:xfrm>
          <a:prstGeom prst="ellipse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22E5C50D-6C60-9CCC-3A5C-432AF04D5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31">
            <a:extLst>
              <a:ext uri="{FF2B5EF4-FFF2-40B4-BE49-F238E27FC236}">
                <a16:creationId xmlns:a16="http://schemas.microsoft.com/office/drawing/2014/main" id="{07C47FF4-A372-EA38-5DD0-E9BABF67939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41" y="3037013"/>
            <a:ext cx="1489294" cy="1463551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1">
            <a:extLst>
              <a:ext uri="{FF2B5EF4-FFF2-40B4-BE49-F238E27FC236}">
                <a16:creationId xmlns:a16="http://schemas.microsoft.com/office/drawing/2014/main" id="{83BCB537-4DF9-795B-3F45-E19112D150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0471" y="220859"/>
            <a:ext cx="3287700" cy="1163680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r>
              <a:rPr lang="ru-RU" dirty="0"/>
              <a:t>Скалярное произведение</a:t>
            </a:r>
            <a:endParaRPr dirty="0"/>
          </a:p>
        </p:txBody>
      </p:sp>
      <p:pic>
        <p:nvPicPr>
          <p:cNvPr id="242" name="Google Shape;242;p31">
            <a:extLst>
              <a:ext uri="{FF2B5EF4-FFF2-40B4-BE49-F238E27FC236}">
                <a16:creationId xmlns:a16="http://schemas.microsoft.com/office/drawing/2014/main" id="{AD1EDB0C-8A33-B474-57E7-6D66BE83E39D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>
          <a:blip r:embed="rId4"/>
          <a:stretch/>
        </p:blipFill>
        <p:spPr>
          <a:xfrm>
            <a:off x="819369" y="1648001"/>
            <a:ext cx="2958802" cy="2138294"/>
          </a:xfrm>
          <a:prstGeom prst="rect">
            <a:avLst/>
          </a:prstGeom>
        </p:spPr>
      </p:pic>
      <p:sp>
        <p:nvSpPr>
          <p:cNvPr id="243" name="Google Shape;243;p31">
            <a:extLst>
              <a:ext uri="{FF2B5EF4-FFF2-40B4-BE49-F238E27FC236}">
                <a16:creationId xmlns:a16="http://schemas.microsoft.com/office/drawing/2014/main" id="{AE6351D3-4C75-F84A-5726-B7FED93E92A7}"/>
              </a:ext>
            </a:extLst>
          </p:cNvPr>
          <p:cNvSpPr/>
          <p:nvPr/>
        </p:nvSpPr>
        <p:spPr>
          <a:xfrm>
            <a:off x="113363" y="3065044"/>
            <a:ext cx="1394550" cy="1394325"/>
          </a:xfrm>
          <a:prstGeom prst="ellipse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4" name="Google Shape;203;p28">
            <a:extLst>
              <a:ext uri="{FF2B5EF4-FFF2-40B4-BE49-F238E27FC236}">
                <a16:creationId xmlns:a16="http://schemas.microsoft.com/office/drawing/2014/main" id="{26EC65E9-7BDA-BC5B-839F-7181F1B19253}"/>
              </a:ext>
            </a:extLst>
          </p:cNvPr>
          <p:cNvSpPr txBox="1">
            <a:spLocks/>
          </p:cNvSpPr>
          <p:nvPr/>
        </p:nvSpPr>
        <p:spPr>
          <a:xfrm>
            <a:off x="1526935" y="4338332"/>
            <a:ext cx="5778000" cy="42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etBrains Mono"/>
              <a:buNone/>
              <a:defRPr sz="30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r>
              <a:rPr lang="en-US" sz="1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#</a:t>
            </a:r>
            <a:r>
              <a:rPr lang="ru-RU" sz="1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Аналогично для умножения подматрицы на вектор</a:t>
            </a:r>
          </a:p>
        </p:txBody>
      </p:sp>
      <p:sp>
        <p:nvSpPr>
          <p:cNvPr id="10" name="Google Shape;240;p31">
            <a:extLst>
              <a:ext uri="{FF2B5EF4-FFF2-40B4-BE49-F238E27FC236}">
                <a16:creationId xmlns:a16="http://schemas.microsoft.com/office/drawing/2014/main" id="{4858704A-8747-5ED1-E684-A665E70F9790}"/>
              </a:ext>
            </a:extLst>
          </p:cNvPr>
          <p:cNvSpPr txBox="1">
            <a:spLocks/>
          </p:cNvSpPr>
          <p:nvPr/>
        </p:nvSpPr>
        <p:spPr>
          <a:xfrm>
            <a:off x="3805827" y="1648000"/>
            <a:ext cx="3052173" cy="2138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JetBrains Mono"/>
              <a:buNone/>
              <a:defRPr sz="3375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JetBrains Mono"/>
              <a:buNone/>
              <a:defRPr sz="27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JetBrains Mono"/>
              <a:buNone/>
              <a:defRPr sz="27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JetBrains Mono"/>
              <a:buNone/>
              <a:defRPr sz="27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JetBrains Mono"/>
              <a:buNone/>
              <a:defRPr sz="27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JetBrains Mono"/>
              <a:buNone/>
              <a:defRPr sz="27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JetBrains Mono"/>
              <a:buNone/>
              <a:defRPr sz="27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JetBrains Mono"/>
              <a:buNone/>
              <a:defRPr sz="27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JetBrains Mono"/>
              <a:buNone/>
              <a:defRPr sz="2700" b="1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r>
              <a:rPr lang="ru-RU" sz="1400" u="sng" dirty="0"/>
              <a:t>Проблема</a:t>
            </a:r>
            <a:r>
              <a:rPr lang="ru-RU" sz="1400" b="0" dirty="0"/>
              <a:t>: в директории с </a:t>
            </a:r>
            <a:r>
              <a:rPr lang="en-US" sz="1400" b="0" dirty="0"/>
              <a:t>.fa </a:t>
            </a:r>
            <a:r>
              <a:rPr lang="ru-RU" sz="1400" b="0" dirty="0"/>
              <a:t>лежал </a:t>
            </a:r>
            <a:r>
              <a:rPr lang="en-US" sz="1400" b="0" dirty="0" err="1"/>
              <a:t>csp.cpp</a:t>
            </a:r>
            <a:r>
              <a:rPr lang="ru-RU" sz="1400" b="0" dirty="0"/>
              <a:t>, из-за которого не удавалось корректно запустить </a:t>
            </a:r>
            <a:r>
              <a:rPr lang="en-US" sz="1400" b="0" dirty="0"/>
              <a:t>.fa</a:t>
            </a:r>
            <a:r>
              <a:rPr lang="ru-RU" sz="1400" b="0" dirty="0"/>
              <a:t>.</a:t>
            </a:r>
          </a:p>
          <a:p>
            <a:endParaRPr lang="ru-RU" sz="1400" b="0" dirty="0"/>
          </a:p>
          <a:p>
            <a:r>
              <a:rPr lang="ru-RU" sz="1400" u="sng" dirty="0"/>
              <a:t>Решение</a:t>
            </a:r>
            <a:r>
              <a:rPr lang="ru-RU" sz="1400" b="0" dirty="0"/>
              <a:t>: переместить </a:t>
            </a:r>
            <a:r>
              <a:rPr lang="en-US" sz="1400" b="0" dirty="0" err="1"/>
              <a:t>csp.cpp</a:t>
            </a:r>
            <a:r>
              <a:rPr lang="en-US" sz="1400" b="0" dirty="0"/>
              <a:t> </a:t>
            </a:r>
            <a:r>
              <a:rPr lang="ru-RU" sz="1400" b="0" dirty="0"/>
              <a:t>в другую директорию.</a:t>
            </a:r>
          </a:p>
        </p:txBody>
      </p:sp>
    </p:spTree>
    <p:extLst>
      <p:ext uri="{BB962C8B-B14F-4D97-AF65-F5344CB8AC3E}">
        <p14:creationId xmlns:p14="http://schemas.microsoft.com/office/powerpoint/2010/main" val="3453878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2"/>
          <p:cNvSpPr txBox="1">
            <a:spLocks noGrp="1"/>
          </p:cNvSpPr>
          <p:nvPr>
            <p:ph type="subTitle" idx="4"/>
          </p:nvPr>
        </p:nvSpPr>
        <p:spPr>
          <a:xfrm>
            <a:off x="3758053" y="1939481"/>
            <a:ext cx="2244375" cy="342675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indent="0"/>
            <a:r>
              <a:rPr lang="ru-RU" b="0" dirty="0">
                <a:latin typeface="Inter Medium"/>
                <a:ea typeface="Inter Medium"/>
                <a:cs typeface="Inter Medium"/>
                <a:sym typeface="Inter Medium"/>
              </a:rPr>
              <a:t>Проблема </a:t>
            </a:r>
            <a:r>
              <a:rPr lang="en-US" b="0" dirty="0">
                <a:latin typeface="Inter Medium"/>
                <a:ea typeface="Inter Medium"/>
                <a:cs typeface="Inter Medium"/>
                <a:sym typeface="Inter Medium"/>
              </a:rPr>
              <a:t>N2</a:t>
            </a:r>
            <a:endParaRPr b="0" dirty="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49" name="Google Shape;249;p32"/>
          <p:cNvSpPr txBox="1">
            <a:spLocks noGrp="1"/>
          </p:cNvSpPr>
          <p:nvPr>
            <p:ph type="title"/>
          </p:nvPr>
        </p:nvSpPr>
        <p:spPr>
          <a:xfrm>
            <a:off x="540000" y="721884"/>
            <a:ext cx="5778000" cy="1020516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r>
              <a:rPr lang="en-US" dirty="0"/>
              <a:t>_6_ </a:t>
            </a:r>
            <a:r>
              <a:rPr lang="ru-RU" dirty="0"/>
              <a:t>Установка </a:t>
            </a:r>
            <a:r>
              <a:rPr lang="en-US" dirty="0"/>
              <a:t>CUDA</a:t>
            </a:r>
            <a:r>
              <a:rPr lang="ru-RU" dirty="0"/>
              <a:t> для</a:t>
            </a:r>
            <a:br>
              <a:rPr lang="ru-RU" dirty="0"/>
            </a:br>
            <a:r>
              <a:rPr lang="en-US" dirty="0"/>
              <a:t>NVIDIA GeForce GTX 670</a:t>
            </a:r>
            <a:endParaRPr dirty="0"/>
          </a:p>
        </p:txBody>
      </p:sp>
      <p:sp>
        <p:nvSpPr>
          <p:cNvPr id="250" name="Google Shape;250;p32"/>
          <p:cNvSpPr txBox="1">
            <a:spLocks noGrp="1"/>
          </p:cNvSpPr>
          <p:nvPr>
            <p:ph type="subTitle" idx="1"/>
          </p:nvPr>
        </p:nvSpPr>
        <p:spPr>
          <a:xfrm>
            <a:off x="3758054" y="2328994"/>
            <a:ext cx="2244375" cy="2814506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marL="0" indent="0"/>
            <a:r>
              <a:rPr lang="en-US" dirty="0"/>
              <a:t>CUDA </a:t>
            </a:r>
            <a:r>
              <a:rPr lang="ru-RU" dirty="0"/>
              <a:t>10.2 требует </a:t>
            </a:r>
            <a:r>
              <a:rPr lang="en-US" dirty="0" err="1"/>
              <a:t>gcc</a:t>
            </a:r>
            <a:r>
              <a:rPr lang="en-US" dirty="0"/>
              <a:t> </a:t>
            </a:r>
            <a:r>
              <a:rPr lang="ru-RU" dirty="0"/>
              <a:t>версии не выше 8. В </a:t>
            </a:r>
            <a:r>
              <a:rPr lang="en-US" dirty="0"/>
              <a:t>Ubuntu 24.04 </a:t>
            </a:r>
            <a:r>
              <a:rPr lang="ru-RU" dirty="0"/>
              <a:t>установлен </a:t>
            </a:r>
            <a:r>
              <a:rPr lang="en-US" dirty="0" err="1"/>
              <a:t>gcc</a:t>
            </a:r>
            <a:r>
              <a:rPr lang="en-US" dirty="0"/>
              <a:t> 13.3.0.</a:t>
            </a:r>
            <a:endParaRPr lang="ru-RU" dirty="0"/>
          </a:p>
          <a:p>
            <a:pPr marL="0" indent="0"/>
            <a:endParaRPr lang="ru-RU" dirty="0"/>
          </a:p>
          <a:p>
            <a:pPr marL="0" indent="0"/>
            <a:r>
              <a:rPr lang="ru-RU" b="1" u="sng" dirty="0"/>
              <a:t>Решение</a:t>
            </a:r>
            <a:r>
              <a:rPr lang="ru-RU" dirty="0"/>
              <a:t>:</a:t>
            </a:r>
            <a:br>
              <a:rPr lang="ru-RU" dirty="0"/>
            </a:br>
            <a:r>
              <a:rPr lang="ru-RU" dirty="0"/>
              <a:t>Установить </a:t>
            </a:r>
            <a:r>
              <a:rPr lang="en-US" dirty="0"/>
              <a:t>gcc-8 (g++-8)</a:t>
            </a:r>
            <a:r>
              <a:rPr lang="ru-RU" dirty="0"/>
              <a:t> и компилировать с флагом </a:t>
            </a:r>
            <a:r>
              <a:rPr lang="en-US" dirty="0"/>
              <a:t>–</a:t>
            </a:r>
            <a:r>
              <a:rPr lang="en-US" dirty="0" err="1"/>
              <a:t>ccbin</a:t>
            </a:r>
            <a:r>
              <a:rPr lang="en-US" dirty="0"/>
              <a:t> g++-8.</a:t>
            </a:r>
            <a:endParaRPr lang="ru-RU" dirty="0"/>
          </a:p>
        </p:txBody>
      </p:sp>
      <p:sp>
        <p:nvSpPr>
          <p:cNvPr id="251" name="Google Shape;251;p32"/>
          <p:cNvSpPr txBox="1">
            <a:spLocks noGrp="1"/>
          </p:cNvSpPr>
          <p:nvPr>
            <p:ph type="subTitle" idx="2"/>
          </p:nvPr>
        </p:nvSpPr>
        <p:spPr>
          <a:xfrm>
            <a:off x="855572" y="2328994"/>
            <a:ext cx="2244375" cy="1332225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marL="0" indent="0"/>
            <a:r>
              <a:rPr lang="ru-RU" dirty="0"/>
              <a:t>Изначально была установлена </a:t>
            </a:r>
            <a:r>
              <a:rPr lang="en-US" dirty="0"/>
              <a:t>CUDA 11.8</a:t>
            </a:r>
            <a:r>
              <a:rPr lang="ru-RU" dirty="0"/>
              <a:t>. Не поддерживает архитектуру </a:t>
            </a:r>
            <a:r>
              <a:rPr lang="en-US" b="1" dirty="0"/>
              <a:t>sm_30</a:t>
            </a:r>
            <a:r>
              <a:rPr lang="ru-RU" b="1" dirty="0"/>
              <a:t>.</a:t>
            </a:r>
            <a:br>
              <a:rPr lang="ru-RU" b="1" dirty="0"/>
            </a:br>
            <a:br>
              <a:rPr lang="ru-RU" b="1" dirty="0"/>
            </a:br>
            <a:r>
              <a:rPr lang="ru-RU" b="1" u="sng" dirty="0"/>
              <a:t>Решение</a:t>
            </a:r>
            <a:r>
              <a:rPr lang="ru-RU" b="1" dirty="0"/>
              <a:t>:</a:t>
            </a:r>
          </a:p>
          <a:p>
            <a:pPr marL="0" indent="0"/>
            <a:r>
              <a:rPr lang="ru-RU" dirty="0"/>
              <a:t>Поддержка </a:t>
            </a:r>
            <a:r>
              <a:rPr lang="en-US" dirty="0"/>
              <a:t>sm_30 </a:t>
            </a:r>
            <a:r>
              <a:rPr lang="ru-RU" dirty="0"/>
              <a:t>была удалена начиная с </a:t>
            </a:r>
            <a:r>
              <a:rPr lang="en-US" dirty="0"/>
              <a:t>CUDA 11.0. </a:t>
            </a:r>
            <a:r>
              <a:rPr lang="ru-RU" dirty="0"/>
              <a:t>Поэтому была установлена максимальная совместимая версия — </a:t>
            </a:r>
            <a:r>
              <a:rPr lang="en-US" dirty="0"/>
              <a:t>CUDA 10.2.</a:t>
            </a:r>
            <a:endParaRPr lang="ru-RU" dirty="0"/>
          </a:p>
        </p:txBody>
      </p:sp>
      <p:sp>
        <p:nvSpPr>
          <p:cNvPr id="252" name="Google Shape;252;p32"/>
          <p:cNvSpPr txBox="1">
            <a:spLocks noGrp="1"/>
          </p:cNvSpPr>
          <p:nvPr>
            <p:ph type="subTitle" idx="3"/>
          </p:nvPr>
        </p:nvSpPr>
        <p:spPr>
          <a:xfrm>
            <a:off x="855572" y="1939481"/>
            <a:ext cx="2244375" cy="342675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indent="0"/>
            <a:r>
              <a:rPr lang="ru-RU" dirty="0"/>
              <a:t>Проблема </a:t>
            </a:r>
            <a:r>
              <a:rPr lang="en-US" dirty="0"/>
              <a:t>N1</a:t>
            </a:r>
            <a:endParaRPr b="0" dirty="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253" name="Google Shape;25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5532" y="3858300"/>
            <a:ext cx="1216706" cy="475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3944" y="1363040"/>
            <a:ext cx="1583069" cy="1555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7"/>
          <p:cNvSpPr txBox="1">
            <a:spLocks noGrp="1"/>
          </p:cNvSpPr>
          <p:nvPr>
            <p:ph type="title"/>
          </p:nvPr>
        </p:nvSpPr>
        <p:spPr>
          <a:xfrm>
            <a:off x="963000" y="1717004"/>
            <a:ext cx="4932000" cy="2546896"/>
          </a:xfrm>
          <a:prstGeom prst="rect">
            <a:avLst/>
          </a:prstGeom>
        </p:spPr>
        <p:txBody>
          <a:bodyPr spcFirstLastPara="1" wrap="square" lIns="68569" tIns="68569" rIns="68569" bIns="68569" anchor="b" anchorCtr="0">
            <a:noAutofit/>
          </a:bodyPr>
          <a:lstStyle/>
          <a:p>
            <a:endParaRPr dirty="0"/>
          </a:p>
        </p:txBody>
      </p:sp>
      <p:sp>
        <p:nvSpPr>
          <p:cNvPr id="316" name="Google Shape;316;p37"/>
          <p:cNvSpPr txBox="1">
            <a:spLocks noGrp="1"/>
          </p:cNvSpPr>
          <p:nvPr>
            <p:ph type="subTitle" idx="1"/>
          </p:nvPr>
        </p:nvSpPr>
        <p:spPr>
          <a:xfrm>
            <a:off x="963000" y="4263899"/>
            <a:ext cx="4932000" cy="321525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marL="0" indent="0"/>
            <a:r>
              <a:rPr lang="en-US" dirty="0"/>
              <a:t>Hello, World! </a:t>
            </a:r>
            <a:r>
              <a:rPr lang="ru-RU" dirty="0"/>
              <a:t>на </a:t>
            </a:r>
            <a:r>
              <a:rPr lang="en-US" dirty="0"/>
              <a:t>CUDA</a:t>
            </a:r>
            <a:endParaRPr dirty="0"/>
          </a:p>
        </p:txBody>
      </p:sp>
      <p:grpSp>
        <p:nvGrpSpPr>
          <p:cNvPr id="317" name="Google Shape;317;p37"/>
          <p:cNvGrpSpPr/>
          <p:nvPr/>
        </p:nvGrpSpPr>
        <p:grpSpPr>
          <a:xfrm>
            <a:off x="-311583" y="385242"/>
            <a:ext cx="1331762" cy="1331762"/>
            <a:chOff x="-714775" y="-690550"/>
            <a:chExt cx="2141700" cy="2141700"/>
          </a:xfrm>
        </p:grpSpPr>
        <p:sp>
          <p:nvSpPr>
            <p:cNvPr id="318" name="Google Shape;318;p37"/>
            <p:cNvSpPr/>
            <p:nvPr/>
          </p:nvSpPr>
          <p:spPr>
            <a:xfrm>
              <a:off x="-714775" y="-690550"/>
              <a:ext cx="2141700" cy="2141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9" name="Google Shape;319;p37"/>
            <p:cNvSpPr/>
            <p:nvPr/>
          </p:nvSpPr>
          <p:spPr>
            <a:xfrm>
              <a:off x="-484075" y="-459850"/>
              <a:ext cx="1680300" cy="1680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pic>
        <p:nvPicPr>
          <p:cNvPr id="320" name="Google Shape;32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675" y="879601"/>
            <a:ext cx="1299564" cy="507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AD0DD9EF-72FB-D03C-BD56-D815252ABE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3369" y="1938878"/>
            <a:ext cx="2630949" cy="21601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8" name="Google Shape;548;p47"/>
          <p:cNvGrpSpPr/>
          <p:nvPr/>
        </p:nvGrpSpPr>
        <p:grpSpPr>
          <a:xfrm>
            <a:off x="1905265" y="3291783"/>
            <a:ext cx="782753" cy="642343"/>
            <a:chOff x="2834167" y="3548603"/>
            <a:chExt cx="1286100" cy="1055400"/>
          </a:xfrm>
        </p:grpSpPr>
        <p:sp>
          <p:nvSpPr>
            <p:cNvPr id="549" name="Google Shape;549;p47"/>
            <p:cNvSpPr/>
            <p:nvPr/>
          </p:nvSpPr>
          <p:spPr>
            <a:xfrm>
              <a:off x="3013990" y="3631817"/>
              <a:ext cx="926431" cy="788572"/>
            </a:xfrm>
            <a:custGeom>
              <a:avLst/>
              <a:gdLst/>
              <a:ahLst/>
              <a:cxnLst/>
              <a:rect l="l" t="t" r="r" b="b"/>
              <a:pathLst>
                <a:path w="25197" h="25196" extrusionOk="0">
                  <a:moveTo>
                    <a:pt x="1" y="0"/>
                  </a:moveTo>
                  <a:lnTo>
                    <a:pt x="12599" y="25195"/>
                  </a:lnTo>
                  <a:lnTo>
                    <a:pt x="251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50" name="Google Shape;550;p47"/>
            <p:cNvSpPr/>
            <p:nvPr/>
          </p:nvSpPr>
          <p:spPr>
            <a:xfrm rot="10800000">
              <a:off x="2834167" y="3548603"/>
              <a:ext cx="1286100" cy="1055400"/>
            </a:xfrm>
            <a:prstGeom prst="triangle">
              <a:avLst>
                <a:gd name="adj" fmla="val 49997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551" name="Google Shape;551;p47"/>
          <p:cNvSpPr txBox="1">
            <a:spLocks noGrp="1"/>
          </p:cNvSpPr>
          <p:nvPr>
            <p:ph type="body" idx="4294967295"/>
          </p:nvPr>
        </p:nvSpPr>
        <p:spPr>
          <a:xfrm>
            <a:off x="540000" y="1669957"/>
            <a:ext cx="5778000" cy="679050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marL="0" indent="0">
              <a:buNone/>
            </a:pPr>
            <a:r>
              <a:rPr lang="ru-RU" dirty="0">
                <a:highlight>
                  <a:schemeClr val="dk2"/>
                </a:highlight>
              </a:rPr>
              <a:t>Реализовать плагин для поддержки распараллеливания на видеокарте с помощью </a:t>
            </a:r>
            <a:r>
              <a:rPr lang="en-US" dirty="0">
                <a:highlight>
                  <a:schemeClr val="dk2"/>
                </a:highlight>
              </a:rPr>
              <a:t>CUDA</a:t>
            </a:r>
            <a:r>
              <a:rPr lang="ru-RU" dirty="0">
                <a:highlight>
                  <a:schemeClr val="dk2"/>
                </a:highlight>
              </a:rPr>
              <a:t> в системе </a:t>
            </a:r>
            <a:r>
              <a:rPr lang="en-US" dirty="0">
                <a:highlight>
                  <a:schemeClr val="dk2"/>
                </a:highlight>
              </a:rPr>
              <a:t>LuNA</a:t>
            </a:r>
            <a:endParaRPr dirty="0">
              <a:highlight>
                <a:schemeClr val="dk2"/>
              </a:highlight>
            </a:endParaRPr>
          </a:p>
        </p:txBody>
      </p:sp>
      <p:sp>
        <p:nvSpPr>
          <p:cNvPr id="552" name="Google Shape;552;p47"/>
          <p:cNvSpPr txBox="1">
            <a:spLocks noGrp="1"/>
          </p:cNvSpPr>
          <p:nvPr>
            <p:ph type="title"/>
          </p:nvPr>
        </p:nvSpPr>
        <p:spPr>
          <a:xfrm>
            <a:off x="540000" y="976706"/>
            <a:ext cx="5778000" cy="429525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r>
              <a:rPr lang="ru-RU" dirty="0"/>
              <a:t>Планы на будущее</a:t>
            </a:r>
            <a:endParaRPr dirty="0"/>
          </a:p>
        </p:txBody>
      </p:sp>
      <p:pic>
        <p:nvPicPr>
          <p:cNvPr id="553" name="Google Shape;55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6294" y="3150861"/>
            <a:ext cx="961706" cy="945076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47"/>
          <p:cNvSpPr/>
          <p:nvPr/>
        </p:nvSpPr>
        <p:spPr>
          <a:xfrm>
            <a:off x="4367494" y="3150873"/>
            <a:ext cx="925314" cy="924155"/>
          </a:xfrm>
          <a:custGeom>
            <a:avLst/>
            <a:gdLst/>
            <a:ahLst/>
            <a:cxnLst/>
            <a:rect l="l" t="t" r="r" b="b"/>
            <a:pathLst>
              <a:path w="13885" h="13868" extrusionOk="0">
                <a:moveTo>
                  <a:pt x="12599" y="1270"/>
                </a:moveTo>
                <a:lnTo>
                  <a:pt x="12599" y="12598"/>
                </a:lnTo>
                <a:lnTo>
                  <a:pt x="1272" y="12598"/>
                </a:lnTo>
                <a:lnTo>
                  <a:pt x="1272" y="1270"/>
                </a:lnTo>
                <a:close/>
                <a:moveTo>
                  <a:pt x="822" y="0"/>
                </a:moveTo>
                <a:cubicBezTo>
                  <a:pt x="768" y="0"/>
                  <a:pt x="714" y="0"/>
                  <a:pt x="659" y="1"/>
                </a:cubicBezTo>
                <a:lnTo>
                  <a:pt x="638" y="1"/>
                </a:lnTo>
                <a:cubicBezTo>
                  <a:pt x="294" y="1"/>
                  <a:pt x="2" y="292"/>
                  <a:pt x="2" y="636"/>
                </a:cubicBezTo>
                <a:lnTo>
                  <a:pt x="2" y="12722"/>
                </a:lnTo>
                <a:cubicBezTo>
                  <a:pt x="2" y="12885"/>
                  <a:pt x="1" y="13049"/>
                  <a:pt x="2" y="13211"/>
                </a:cubicBezTo>
                <a:lnTo>
                  <a:pt x="2" y="13233"/>
                </a:lnTo>
                <a:cubicBezTo>
                  <a:pt x="2" y="13575"/>
                  <a:pt x="294" y="13867"/>
                  <a:pt x="638" y="13867"/>
                </a:cubicBezTo>
                <a:lnTo>
                  <a:pt x="12724" y="13867"/>
                </a:lnTo>
                <a:cubicBezTo>
                  <a:pt x="12832" y="13867"/>
                  <a:pt x="12941" y="13868"/>
                  <a:pt x="13050" y="13868"/>
                </a:cubicBezTo>
                <a:cubicBezTo>
                  <a:pt x="13098" y="13868"/>
                  <a:pt x="13146" y="13868"/>
                  <a:pt x="13193" y="13867"/>
                </a:cubicBezTo>
                <a:lnTo>
                  <a:pt x="13193" y="13867"/>
                </a:lnTo>
                <a:cubicBezTo>
                  <a:pt x="13199" y="13867"/>
                  <a:pt x="13204" y="13867"/>
                  <a:pt x="13210" y="13867"/>
                </a:cubicBezTo>
                <a:cubicBezTo>
                  <a:pt x="13218" y="13867"/>
                  <a:pt x="13226" y="13867"/>
                  <a:pt x="13235" y="13867"/>
                </a:cubicBezTo>
                <a:cubicBezTo>
                  <a:pt x="13567" y="13867"/>
                  <a:pt x="13884" y="13575"/>
                  <a:pt x="13868" y="13233"/>
                </a:cubicBezTo>
                <a:lnTo>
                  <a:pt x="13868" y="13233"/>
                </a:lnTo>
                <a:cubicBezTo>
                  <a:pt x="13868" y="13233"/>
                  <a:pt x="13868" y="13233"/>
                  <a:pt x="13868" y="13233"/>
                </a:cubicBezTo>
                <a:lnTo>
                  <a:pt x="13868" y="1146"/>
                </a:lnTo>
                <a:cubicBezTo>
                  <a:pt x="13868" y="984"/>
                  <a:pt x="13871" y="820"/>
                  <a:pt x="13868" y="658"/>
                </a:cubicBezTo>
                <a:lnTo>
                  <a:pt x="13868" y="636"/>
                </a:lnTo>
                <a:cubicBezTo>
                  <a:pt x="13868" y="292"/>
                  <a:pt x="13578" y="1"/>
                  <a:pt x="13235" y="1"/>
                </a:cubicBezTo>
                <a:lnTo>
                  <a:pt x="1148" y="1"/>
                </a:lnTo>
                <a:cubicBezTo>
                  <a:pt x="1040" y="1"/>
                  <a:pt x="931" y="0"/>
                  <a:pt x="82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555" name="Google Shape;555;p47"/>
          <p:cNvGrpSpPr/>
          <p:nvPr/>
        </p:nvGrpSpPr>
        <p:grpSpPr>
          <a:xfrm rot="5400000">
            <a:off x="1017238" y="3350502"/>
            <a:ext cx="281084" cy="1167946"/>
            <a:chOff x="4525925" y="2604625"/>
            <a:chExt cx="787350" cy="1889650"/>
          </a:xfrm>
        </p:grpSpPr>
        <p:sp>
          <p:nvSpPr>
            <p:cNvPr id="556" name="Google Shape;556;p47"/>
            <p:cNvSpPr/>
            <p:nvPr/>
          </p:nvSpPr>
          <p:spPr>
            <a:xfrm>
              <a:off x="4525925" y="2604625"/>
              <a:ext cx="157500" cy="1889650"/>
            </a:xfrm>
            <a:custGeom>
              <a:avLst/>
              <a:gdLst/>
              <a:ahLst/>
              <a:cxnLst/>
              <a:rect l="l" t="t" r="r" b="b"/>
              <a:pathLst>
                <a:path w="6300" h="75586" extrusionOk="0">
                  <a:moveTo>
                    <a:pt x="0" y="0"/>
                  </a:moveTo>
                  <a:lnTo>
                    <a:pt x="0" y="75585"/>
                  </a:lnTo>
                  <a:lnTo>
                    <a:pt x="6299" y="75585"/>
                  </a:lnTo>
                  <a:lnTo>
                    <a:pt x="62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57" name="Google Shape;557;p47"/>
            <p:cNvSpPr/>
            <p:nvPr/>
          </p:nvSpPr>
          <p:spPr>
            <a:xfrm>
              <a:off x="4840825" y="2604625"/>
              <a:ext cx="157525" cy="1889650"/>
            </a:xfrm>
            <a:custGeom>
              <a:avLst/>
              <a:gdLst/>
              <a:ahLst/>
              <a:cxnLst/>
              <a:rect l="l" t="t" r="r" b="b"/>
              <a:pathLst>
                <a:path w="6301" h="75586" extrusionOk="0">
                  <a:moveTo>
                    <a:pt x="1" y="0"/>
                  </a:moveTo>
                  <a:lnTo>
                    <a:pt x="1" y="75585"/>
                  </a:lnTo>
                  <a:lnTo>
                    <a:pt x="6300" y="75585"/>
                  </a:lnTo>
                  <a:lnTo>
                    <a:pt x="63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58" name="Google Shape;558;p47"/>
            <p:cNvSpPr/>
            <p:nvPr/>
          </p:nvSpPr>
          <p:spPr>
            <a:xfrm>
              <a:off x="5155750" y="2604625"/>
              <a:ext cx="157525" cy="1889650"/>
            </a:xfrm>
            <a:custGeom>
              <a:avLst/>
              <a:gdLst/>
              <a:ahLst/>
              <a:cxnLst/>
              <a:rect l="l" t="t" r="r" b="b"/>
              <a:pathLst>
                <a:path w="6301" h="75586" extrusionOk="0">
                  <a:moveTo>
                    <a:pt x="1" y="0"/>
                  </a:moveTo>
                  <a:lnTo>
                    <a:pt x="1" y="75585"/>
                  </a:lnTo>
                  <a:lnTo>
                    <a:pt x="6300" y="75585"/>
                  </a:lnTo>
                  <a:lnTo>
                    <a:pt x="63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559" name="Google Shape;559;p47"/>
          <p:cNvGrpSpPr/>
          <p:nvPr/>
        </p:nvGrpSpPr>
        <p:grpSpPr>
          <a:xfrm rot="-5400000">
            <a:off x="971626" y="2882662"/>
            <a:ext cx="372297" cy="1167954"/>
            <a:chOff x="1173450" y="1848750"/>
            <a:chExt cx="642500" cy="2015625"/>
          </a:xfrm>
        </p:grpSpPr>
        <p:sp>
          <p:nvSpPr>
            <p:cNvPr id="560" name="Google Shape;560;p47"/>
            <p:cNvSpPr/>
            <p:nvPr/>
          </p:nvSpPr>
          <p:spPr>
            <a:xfrm>
              <a:off x="1173625" y="3738375"/>
              <a:ext cx="138300" cy="126000"/>
            </a:xfrm>
            <a:custGeom>
              <a:avLst/>
              <a:gdLst/>
              <a:ahLst/>
              <a:cxnLst/>
              <a:rect l="l" t="t" r="r" b="b"/>
              <a:pathLst>
                <a:path w="5532" h="5040" extrusionOk="0">
                  <a:moveTo>
                    <a:pt x="2765" y="1"/>
                  </a:moveTo>
                  <a:cubicBezTo>
                    <a:pt x="2121" y="1"/>
                    <a:pt x="1476" y="247"/>
                    <a:pt x="984" y="738"/>
                  </a:cubicBezTo>
                  <a:cubicBezTo>
                    <a:pt x="1" y="1723"/>
                    <a:pt x="1" y="3319"/>
                    <a:pt x="984" y="4302"/>
                  </a:cubicBezTo>
                  <a:cubicBezTo>
                    <a:pt x="1476" y="4794"/>
                    <a:pt x="2121" y="5040"/>
                    <a:pt x="2765" y="5040"/>
                  </a:cubicBezTo>
                  <a:cubicBezTo>
                    <a:pt x="3410" y="5040"/>
                    <a:pt x="4055" y="4794"/>
                    <a:pt x="4548" y="4302"/>
                  </a:cubicBezTo>
                  <a:cubicBezTo>
                    <a:pt x="5531" y="3319"/>
                    <a:pt x="5531" y="1723"/>
                    <a:pt x="4548" y="738"/>
                  </a:cubicBezTo>
                  <a:cubicBezTo>
                    <a:pt x="4055" y="247"/>
                    <a:pt x="3410" y="1"/>
                    <a:pt x="27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61" name="Google Shape;561;p47"/>
            <p:cNvSpPr/>
            <p:nvPr/>
          </p:nvSpPr>
          <p:spPr>
            <a:xfrm>
              <a:off x="1173450" y="3486300"/>
              <a:ext cx="138625" cy="126025"/>
            </a:xfrm>
            <a:custGeom>
              <a:avLst/>
              <a:gdLst/>
              <a:ahLst/>
              <a:cxnLst/>
              <a:rect l="l" t="t" r="r" b="b"/>
              <a:pathLst>
                <a:path w="5545" h="5041" extrusionOk="0">
                  <a:moveTo>
                    <a:pt x="2771" y="0"/>
                  </a:moveTo>
                  <a:cubicBezTo>
                    <a:pt x="1628" y="0"/>
                    <a:pt x="594" y="782"/>
                    <a:pt x="321" y="1942"/>
                  </a:cubicBezTo>
                  <a:cubicBezTo>
                    <a:pt x="1" y="3295"/>
                    <a:pt x="839" y="4653"/>
                    <a:pt x="2194" y="4972"/>
                  </a:cubicBezTo>
                  <a:cubicBezTo>
                    <a:pt x="2389" y="5018"/>
                    <a:pt x="2584" y="5040"/>
                    <a:pt x="2775" y="5040"/>
                  </a:cubicBezTo>
                  <a:cubicBezTo>
                    <a:pt x="3917" y="5040"/>
                    <a:pt x="4951" y="4258"/>
                    <a:pt x="5225" y="3099"/>
                  </a:cubicBezTo>
                  <a:cubicBezTo>
                    <a:pt x="5544" y="1745"/>
                    <a:pt x="4706" y="389"/>
                    <a:pt x="3351" y="68"/>
                  </a:cubicBezTo>
                  <a:cubicBezTo>
                    <a:pt x="3157" y="22"/>
                    <a:pt x="2962" y="0"/>
                    <a:pt x="27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62" name="Google Shape;562;p47"/>
            <p:cNvSpPr/>
            <p:nvPr/>
          </p:nvSpPr>
          <p:spPr>
            <a:xfrm>
              <a:off x="1175050" y="3234650"/>
              <a:ext cx="135500" cy="126000"/>
            </a:xfrm>
            <a:custGeom>
              <a:avLst/>
              <a:gdLst/>
              <a:ahLst/>
              <a:cxnLst/>
              <a:rect l="l" t="t" r="r" b="b"/>
              <a:pathLst>
                <a:path w="5420" h="5040" extrusionOk="0">
                  <a:moveTo>
                    <a:pt x="2706" y="0"/>
                  </a:moveTo>
                  <a:cubicBezTo>
                    <a:pt x="1492" y="0"/>
                    <a:pt x="424" y="880"/>
                    <a:pt x="224" y="2116"/>
                  </a:cubicBezTo>
                  <a:cubicBezTo>
                    <a:pt x="0" y="3490"/>
                    <a:pt x="933" y="4783"/>
                    <a:pt x="2307" y="5007"/>
                  </a:cubicBezTo>
                  <a:cubicBezTo>
                    <a:pt x="2443" y="5029"/>
                    <a:pt x="2578" y="5039"/>
                    <a:pt x="2712" y="5039"/>
                  </a:cubicBezTo>
                  <a:cubicBezTo>
                    <a:pt x="3926" y="5039"/>
                    <a:pt x="4996" y="4160"/>
                    <a:pt x="5197" y="2923"/>
                  </a:cubicBezTo>
                  <a:cubicBezTo>
                    <a:pt x="5419" y="1549"/>
                    <a:pt x="4487" y="255"/>
                    <a:pt x="3113" y="33"/>
                  </a:cubicBezTo>
                  <a:cubicBezTo>
                    <a:pt x="2976" y="11"/>
                    <a:pt x="2840" y="0"/>
                    <a:pt x="2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63" name="Google Shape;563;p47"/>
            <p:cNvSpPr/>
            <p:nvPr/>
          </p:nvSpPr>
          <p:spPr>
            <a:xfrm>
              <a:off x="1173625" y="2982575"/>
              <a:ext cx="138300" cy="126000"/>
            </a:xfrm>
            <a:custGeom>
              <a:avLst/>
              <a:gdLst/>
              <a:ahLst/>
              <a:cxnLst/>
              <a:rect l="l" t="t" r="r" b="b"/>
              <a:pathLst>
                <a:path w="5532" h="5040" extrusionOk="0">
                  <a:moveTo>
                    <a:pt x="2765" y="0"/>
                  </a:moveTo>
                  <a:cubicBezTo>
                    <a:pt x="2121" y="0"/>
                    <a:pt x="1476" y="246"/>
                    <a:pt x="984" y="738"/>
                  </a:cubicBezTo>
                  <a:cubicBezTo>
                    <a:pt x="1" y="1723"/>
                    <a:pt x="1" y="3317"/>
                    <a:pt x="984" y="4302"/>
                  </a:cubicBezTo>
                  <a:cubicBezTo>
                    <a:pt x="1476" y="4793"/>
                    <a:pt x="2121" y="5039"/>
                    <a:pt x="2765" y="5039"/>
                  </a:cubicBezTo>
                  <a:cubicBezTo>
                    <a:pt x="3410" y="5039"/>
                    <a:pt x="4055" y="4793"/>
                    <a:pt x="4548" y="4302"/>
                  </a:cubicBezTo>
                  <a:cubicBezTo>
                    <a:pt x="5531" y="3317"/>
                    <a:pt x="5531" y="1723"/>
                    <a:pt x="4548" y="738"/>
                  </a:cubicBezTo>
                  <a:cubicBezTo>
                    <a:pt x="4055" y="246"/>
                    <a:pt x="3410" y="0"/>
                    <a:pt x="27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64" name="Google Shape;564;p47"/>
            <p:cNvSpPr/>
            <p:nvPr/>
          </p:nvSpPr>
          <p:spPr>
            <a:xfrm>
              <a:off x="1173450" y="2730525"/>
              <a:ext cx="138625" cy="126000"/>
            </a:xfrm>
            <a:custGeom>
              <a:avLst/>
              <a:gdLst/>
              <a:ahLst/>
              <a:cxnLst/>
              <a:rect l="l" t="t" r="r" b="b"/>
              <a:pathLst>
                <a:path w="5545" h="5040" extrusionOk="0">
                  <a:moveTo>
                    <a:pt x="2771" y="0"/>
                  </a:moveTo>
                  <a:cubicBezTo>
                    <a:pt x="1628" y="0"/>
                    <a:pt x="594" y="782"/>
                    <a:pt x="320" y="1941"/>
                  </a:cubicBezTo>
                  <a:cubicBezTo>
                    <a:pt x="1" y="3295"/>
                    <a:pt x="839" y="4653"/>
                    <a:pt x="2194" y="4972"/>
                  </a:cubicBezTo>
                  <a:cubicBezTo>
                    <a:pt x="2388" y="5018"/>
                    <a:pt x="2583" y="5040"/>
                    <a:pt x="2774" y="5040"/>
                  </a:cubicBezTo>
                  <a:cubicBezTo>
                    <a:pt x="3916" y="5040"/>
                    <a:pt x="4950" y="4258"/>
                    <a:pt x="5224" y="3098"/>
                  </a:cubicBezTo>
                  <a:cubicBezTo>
                    <a:pt x="5544" y="1745"/>
                    <a:pt x="4706" y="387"/>
                    <a:pt x="3351" y="68"/>
                  </a:cubicBezTo>
                  <a:cubicBezTo>
                    <a:pt x="3157" y="22"/>
                    <a:pt x="2962" y="0"/>
                    <a:pt x="27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65" name="Google Shape;565;p47"/>
            <p:cNvSpPr/>
            <p:nvPr/>
          </p:nvSpPr>
          <p:spPr>
            <a:xfrm>
              <a:off x="1173625" y="2478700"/>
              <a:ext cx="138300" cy="126000"/>
            </a:xfrm>
            <a:custGeom>
              <a:avLst/>
              <a:gdLst/>
              <a:ahLst/>
              <a:cxnLst/>
              <a:rect l="l" t="t" r="r" b="b"/>
              <a:pathLst>
                <a:path w="5532" h="5040" extrusionOk="0">
                  <a:moveTo>
                    <a:pt x="2765" y="0"/>
                  </a:moveTo>
                  <a:cubicBezTo>
                    <a:pt x="2121" y="0"/>
                    <a:pt x="1476" y="246"/>
                    <a:pt x="984" y="738"/>
                  </a:cubicBezTo>
                  <a:cubicBezTo>
                    <a:pt x="1" y="1721"/>
                    <a:pt x="1" y="3317"/>
                    <a:pt x="984" y="4302"/>
                  </a:cubicBezTo>
                  <a:cubicBezTo>
                    <a:pt x="1476" y="4793"/>
                    <a:pt x="2121" y="5039"/>
                    <a:pt x="2765" y="5039"/>
                  </a:cubicBezTo>
                  <a:cubicBezTo>
                    <a:pt x="3410" y="5039"/>
                    <a:pt x="4055" y="4793"/>
                    <a:pt x="4548" y="4302"/>
                  </a:cubicBezTo>
                  <a:cubicBezTo>
                    <a:pt x="5531" y="3317"/>
                    <a:pt x="5531" y="1721"/>
                    <a:pt x="4548" y="738"/>
                  </a:cubicBezTo>
                  <a:cubicBezTo>
                    <a:pt x="4055" y="246"/>
                    <a:pt x="3410" y="0"/>
                    <a:pt x="27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66" name="Google Shape;566;p47"/>
            <p:cNvSpPr/>
            <p:nvPr/>
          </p:nvSpPr>
          <p:spPr>
            <a:xfrm>
              <a:off x="1173450" y="2226650"/>
              <a:ext cx="138625" cy="126050"/>
            </a:xfrm>
            <a:custGeom>
              <a:avLst/>
              <a:gdLst/>
              <a:ahLst/>
              <a:cxnLst/>
              <a:rect l="l" t="t" r="r" b="b"/>
              <a:pathLst>
                <a:path w="5545" h="5042" extrusionOk="0">
                  <a:moveTo>
                    <a:pt x="2771" y="0"/>
                  </a:moveTo>
                  <a:cubicBezTo>
                    <a:pt x="1628" y="0"/>
                    <a:pt x="594" y="782"/>
                    <a:pt x="320" y="1942"/>
                  </a:cubicBezTo>
                  <a:cubicBezTo>
                    <a:pt x="1" y="3297"/>
                    <a:pt x="839" y="4653"/>
                    <a:pt x="2194" y="4973"/>
                  </a:cubicBezTo>
                  <a:cubicBezTo>
                    <a:pt x="2388" y="5019"/>
                    <a:pt x="2582" y="5041"/>
                    <a:pt x="2774" y="5041"/>
                  </a:cubicBezTo>
                  <a:cubicBezTo>
                    <a:pt x="3915" y="5041"/>
                    <a:pt x="4950" y="4260"/>
                    <a:pt x="5224" y="3099"/>
                  </a:cubicBezTo>
                  <a:cubicBezTo>
                    <a:pt x="5544" y="1745"/>
                    <a:pt x="4704" y="389"/>
                    <a:pt x="3351" y="68"/>
                  </a:cubicBezTo>
                  <a:cubicBezTo>
                    <a:pt x="3157" y="22"/>
                    <a:pt x="2962" y="0"/>
                    <a:pt x="27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67" name="Google Shape;567;p47"/>
            <p:cNvSpPr/>
            <p:nvPr/>
          </p:nvSpPr>
          <p:spPr>
            <a:xfrm>
              <a:off x="1175050" y="1974900"/>
              <a:ext cx="135525" cy="126000"/>
            </a:xfrm>
            <a:custGeom>
              <a:avLst/>
              <a:gdLst/>
              <a:ahLst/>
              <a:cxnLst/>
              <a:rect l="l" t="t" r="r" b="b"/>
              <a:pathLst>
                <a:path w="5421" h="5040" extrusionOk="0">
                  <a:moveTo>
                    <a:pt x="2707" y="0"/>
                  </a:moveTo>
                  <a:cubicBezTo>
                    <a:pt x="1493" y="0"/>
                    <a:pt x="424" y="879"/>
                    <a:pt x="224" y="2116"/>
                  </a:cubicBezTo>
                  <a:cubicBezTo>
                    <a:pt x="0" y="3489"/>
                    <a:pt x="933" y="4783"/>
                    <a:pt x="2307" y="5007"/>
                  </a:cubicBezTo>
                  <a:cubicBezTo>
                    <a:pt x="2443" y="5029"/>
                    <a:pt x="2580" y="5040"/>
                    <a:pt x="2714" y="5040"/>
                  </a:cubicBezTo>
                  <a:cubicBezTo>
                    <a:pt x="3927" y="5040"/>
                    <a:pt x="4996" y="4160"/>
                    <a:pt x="5197" y="2924"/>
                  </a:cubicBezTo>
                  <a:cubicBezTo>
                    <a:pt x="5421" y="1550"/>
                    <a:pt x="4488" y="256"/>
                    <a:pt x="3114" y="33"/>
                  </a:cubicBezTo>
                  <a:cubicBezTo>
                    <a:pt x="2978" y="11"/>
                    <a:pt x="2841" y="0"/>
                    <a:pt x="27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68" name="Google Shape;568;p47"/>
            <p:cNvSpPr/>
            <p:nvPr/>
          </p:nvSpPr>
          <p:spPr>
            <a:xfrm>
              <a:off x="1305725" y="3612425"/>
              <a:ext cx="126000" cy="126000"/>
            </a:xfrm>
            <a:custGeom>
              <a:avLst/>
              <a:gdLst/>
              <a:ahLst/>
              <a:cxnLst/>
              <a:rect l="l" t="t" r="r" b="b"/>
              <a:pathLst>
                <a:path w="5040" h="5040" extrusionOk="0">
                  <a:moveTo>
                    <a:pt x="2520" y="1"/>
                  </a:moveTo>
                  <a:cubicBezTo>
                    <a:pt x="1129" y="1"/>
                    <a:pt x="1" y="1128"/>
                    <a:pt x="1" y="2520"/>
                  </a:cubicBezTo>
                  <a:cubicBezTo>
                    <a:pt x="1" y="3911"/>
                    <a:pt x="1129" y="5040"/>
                    <a:pt x="2520" y="5040"/>
                  </a:cubicBezTo>
                  <a:cubicBezTo>
                    <a:pt x="3912" y="5040"/>
                    <a:pt x="5039" y="3911"/>
                    <a:pt x="5039" y="2520"/>
                  </a:cubicBezTo>
                  <a:cubicBezTo>
                    <a:pt x="5039" y="1128"/>
                    <a:pt x="3912" y="1"/>
                    <a:pt x="25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69" name="Google Shape;569;p47"/>
            <p:cNvSpPr/>
            <p:nvPr/>
          </p:nvSpPr>
          <p:spPr>
            <a:xfrm>
              <a:off x="1305725" y="3360500"/>
              <a:ext cx="126000" cy="126000"/>
            </a:xfrm>
            <a:custGeom>
              <a:avLst/>
              <a:gdLst/>
              <a:ahLst/>
              <a:cxnLst/>
              <a:rect l="l" t="t" r="r" b="b"/>
              <a:pathLst>
                <a:path w="5040" h="5040" extrusionOk="0">
                  <a:moveTo>
                    <a:pt x="2520" y="0"/>
                  </a:moveTo>
                  <a:cubicBezTo>
                    <a:pt x="1129" y="0"/>
                    <a:pt x="1" y="1127"/>
                    <a:pt x="1" y="2520"/>
                  </a:cubicBezTo>
                  <a:cubicBezTo>
                    <a:pt x="1" y="3911"/>
                    <a:pt x="1129" y="5039"/>
                    <a:pt x="2520" y="5039"/>
                  </a:cubicBezTo>
                  <a:cubicBezTo>
                    <a:pt x="3912" y="5039"/>
                    <a:pt x="5039" y="3911"/>
                    <a:pt x="5039" y="2520"/>
                  </a:cubicBezTo>
                  <a:cubicBezTo>
                    <a:pt x="5039" y="1127"/>
                    <a:pt x="3912" y="0"/>
                    <a:pt x="25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70" name="Google Shape;570;p47"/>
            <p:cNvSpPr/>
            <p:nvPr/>
          </p:nvSpPr>
          <p:spPr>
            <a:xfrm>
              <a:off x="1305725" y="3108525"/>
              <a:ext cx="126000" cy="126000"/>
            </a:xfrm>
            <a:custGeom>
              <a:avLst/>
              <a:gdLst/>
              <a:ahLst/>
              <a:cxnLst/>
              <a:rect l="l" t="t" r="r" b="b"/>
              <a:pathLst>
                <a:path w="5040" h="5040" extrusionOk="0">
                  <a:moveTo>
                    <a:pt x="2520" y="0"/>
                  </a:moveTo>
                  <a:cubicBezTo>
                    <a:pt x="1129" y="0"/>
                    <a:pt x="1" y="1129"/>
                    <a:pt x="1" y="2520"/>
                  </a:cubicBezTo>
                  <a:cubicBezTo>
                    <a:pt x="1" y="3912"/>
                    <a:pt x="1129" y="5039"/>
                    <a:pt x="2520" y="5039"/>
                  </a:cubicBezTo>
                  <a:cubicBezTo>
                    <a:pt x="3912" y="5039"/>
                    <a:pt x="5039" y="3912"/>
                    <a:pt x="5039" y="2520"/>
                  </a:cubicBezTo>
                  <a:cubicBezTo>
                    <a:pt x="5039" y="1129"/>
                    <a:pt x="3912" y="0"/>
                    <a:pt x="25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71" name="Google Shape;571;p47"/>
            <p:cNvSpPr/>
            <p:nvPr/>
          </p:nvSpPr>
          <p:spPr>
            <a:xfrm>
              <a:off x="1305725" y="2856575"/>
              <a:ext cx="126000" cy="126000"/>
            </a:xfrm>
            <a:custGeom>
              <a:avLst/>
              <a:gdLst/>
              <a:ahLst/>
              <a:cxnLst/>
              <a:rect l="l" t="t" r="r" b="b"/>
              <a:pathLst>
                <a:path w="5040" h="5040" extrusionOk="0">
                  <a:moveTo>
                    <a:pt x="2520" y="1"/>
                  </a:moveTo>
                  <a:cubicBezTo>
                    <a:pt x="1129" y="1"/>
                    <a:pt x="1" y="1129"/>
                    <a:pt x="1" y="2520"/>
                  </a:cubicBezTo>
                  <a:cubicBezTo>
                    <a:pt x="1" y="3913"/>
                    <a:pt x="1129" y="5040"/>
                    <a:pt x="2520" y="5040"/>
                  </a:cubicBezTo>
                  <a:cubicBezTo>
                    <a:pt x="3912" y="5040"/>
                    <a:pt x="5039" y="3913"/>
                    <a:pt x="5039" y="2520"/>
                  </a:cubicBezTo>
                  <a:cubicBezTo>
                    <a:pt x="5039" y="1129"/>
                    <a:pt x="3912" y="1"/>
                    <a:pt x="25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72" name="Google Shape;572;p47"/>
            <p:cNvSpPr/>
            <p:nvPr/>
          </p:nvSpPr>
          <p:spPr>
            <a:xfrm>
              <a:off x="1305725" y="2604650"/>
              <a:ext cx="126000" cy="126000"/>
            </a:xfrm>
            <a:custGeom>
              <a:avLst/>
              <a:gdLst/>
              <a:ahLst/>
              <a:cxnLst/>
              <a:rect l="l" t="t" r="r" b="b"/>
              <a:pathLst>
                <a:path w="5040" h="5040" extrusionOk="0">
                  <a:moveTo>
                    <a:pt x="2520" y="0"/>
                  </a:moveTo>
                  <a:cubicBezTo>
                    <a:pt x="1129" y="0"/>
                    <a:pt x="1" y="1129"/>
                    <a:pt x="1" y="2520"/>
                  </a:cubicBezTo>
                  <a:cubicBezTo>
                    <a:pt x="1" y="3912"/>
                    <a:pt x="1129" y="5039"/>
                    <a:pt x="2520" y="5039"/>
                  </a:cubicBezTo>
                  <a:cubicBezTo>
                    <a:pt x="3912" y="5039"/>
                    <a:pt x="5039" y="3912"/>
                    <a:pt x="5039" y="2520"/>
                  </a:cubicBezTo>
                  <a:cubicBezTo>
                    <a:pt x="5039" y="1129"/>
                    <a:pt x="3912" y="0"/>
                    <a:pt x="25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73" name="Google Shape;573;p47"/>
            <p:cNvSpPr/>
            <p:nvPr/>
          </p:nvSpPr>
          <p:spPr>
            <a:xfrm>
              <a:off x="1305725" y="2352725"/>
              <a:ext cx="126000" cy="125975"/>
            </a:xfrm>
            <a:custGeom>
              <a:avLst/>
              <a:gdLst/>
              <a:ahLst/>
              <a:cxnLst/>
              <a:rect l="l" t="t" r="r" b="b"/>
              <a:pathLst>
                <a:path w="5040" h="5039" extrusionOk="0">
                  <a:moveTo>
                    <a:pt x="2520" y="0"/>
                  </a:moveTo>
                  <a:cubicBezTo>
                    <a:pt x="1129" y="0"/>
                    <a:pt x="1" y="1128"/>
                    <a:pt x="1" y="2519"/>
                  </a:cubicBezTo>
                  <a:cubicBezTo>
                    <a:pt x="1" y="3912"/>
                    <a:pt x="1129" y="5039"/>
                    <a:pt x="2520" y="5039"/>
                  </a:cubicBezTo>
                  <a:cubicBezTo>
                    <a:pt x="3912" y="5039"/>
                    <a:pt x="5039" y="3912"/>
                    <a:pt x="5039" y="2519"/>
                  </a:cubicBezTo>
                  <a:cubicBezTo>
                    <a:pt x="5039" y="1128"/>
                    <a:pt x="3912" y="0"/>
                    <a:pt x="25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74" name="Google Shape;574;p47"/>
            <p:cNvSpPr/>
            <p:nvPr/>
          </p:nvSpPr>
          <p:spPr>
            <a:xfrm>
              <a:off x="1305725" y="2100775"/>
              <a:ext cx="126000" cy="126000"/>
            </a:xfrm>
            <a:custGeom>
              <a:avLst/>
              <a:gdLst/>
              <a:ahLst/>
              <a:cxnLst/>
              <a:rect l="l" t="t" r="r" b="b"/>
              <a:pathLst>
                <a:path w="5040" h="5040" extrusionOk="0">
                  <a:moveTo>
                    <a:pt x="2520" y="1"/>
                  </a:moveTo>
                  <a:cubicBezTo>
                    <a:pt x="1129" y="1"/>
                    <a:pt x="1" y="1129"/>
                    <a:pt x="1" y="2520"/>
                  </a:cubicBezTo>
                  <a:cubicBezTo>
                    <a:pt x="1" y="3912"/>
                    <a:pt x="1129" y="5039"/>
                    <a:pt x="2520" y="5039"/>
                  </a:cubicBezTo>
                  <a:cubicBezTo>
                    <a:pt x="3912" y="5039"/>
                    <a:pt x="5039" y="3912"/>
                    <a:pt x="5039" y="2520"/>
                  </a:cubicBezTo>
                  <a:cubicBezTo>
                    <a:pt x="5039" y="1129"/>
                    <a:pt x="3912" y="1"/>
                    <a:pt x="25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75" name="Google Shape;575;p47"/>
            <p:cNvSpPr/>
            <p:nvPr/>
          </p:nvSpPr>
          <p:spPr>
            <a:xfrm>
              <a:off x="1305725" y="1848850"/>
              <a:ext cx="126000" cy="125975"/>
            </a:xfrm>
            <a:custGeom>
              <a:avLst/>
              <a:gdLst/>
              <a:ahLst/>
              <a:cxnLst/>
              <a:rect l="l" t="t" r="r" b="b"/>
              <a:pathLst>
                <a:path w="5040" h="5039" extrusionOk="0">
                  <a:moveTo>
                    <a:pt x="2520" y="0"/>
                  </a:moveTo>
                  <a:cubicBezTo>
                    <a:pt x="1129" y="0"/>
                    <a:pt x="1" y="1128"/>
                    <a:pt x="1" y="2519"/>
                  </a:cubicBezTo>
                  <a:cubicBezTo>
                    <a:pt x="1" y="3912"/>
                    <a:pt x="1129" y="5039"/>
                    <a:pt x="2520" y="5039"/>
                  </a:cubicBezTo>
                  <a:cubicBezTo>
                    <a:pt x="3912" y="5039"/>
                    <a:pt x="5039" y="3912"/>
                    <a:pt x="5039" y="2519"/>
                  </a:cubicBezTo>
                  <a:cubicBezTo>
                    <a:pt x="5039" y="1128"/>
                    <a:pt x="3912" y="0"/>
                    <a:pt x="25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76" name="Google Shape;576;p47"/>
            <p:cNvSpPr/>
            <p:nvPr/>
          </p:nvSpPr>
          <p:spPr>
            <a:xfrm>
              <a:off x="1425400" y="3738225"/>
              <a:ext cx="138600" cy="126025"/>
            </a:xfrm>
            <a:custGeom>
              <a:avLst/>
              <a:gdLst/>
              <a:ahLst/>
              <a:cxnLst/>
              <a:rect l="l" t="t" r="r" b="b"/>
              <a:pathLst>
                <a:path w="5544" h="5041" extrusionOk="0">
                  <a:moveTo>
                    <a:pt x="2769" y="0"/>
                  </a:moveTo>
                  <a:cubicBezTo>
                    <a:pt x="1628" y="0"/>
                    <a:pt x="594" y="782"/>
                    <a:pt x="321" y="1941"/>
                  </a:cubicBezTo>
                  <a:cubicBezTo>
                    <a:pt x="0" y="3296"/>
                    <a:pt x="838" y="4652"/>
                    <a:pt x="2193" y="4972"/>
                  </a:cubicBezTo>
                  <a:cubicBezTo>
                    <a:pt x="2388" y="5018"/>
                    <a:pt x="2582" y="5040"/>
                    <a:pt x="2774" y="5040"/>
                  </a:cubicBezTo>
                  <a:cubicBezTo>
                    <a:pt x="3916" y="5040"/>
                    <a:pt x="4950" y="4259"/>
                    <a:pt x="5224" y="3098"/>
                  </a:cubicBezTo>
                  <a:cubicBezTo>
                    <a:pt x="5544" y="1745"/>
                    <a:pt x="4705" y="388"/>
                    <a:pt x="3351" y="69"/>
                  </a:cubicBezTo>
                  <a:cubicBezTo>
                    <a:pt x="3156" y="22"/>
                    <a:pt x="2961" y="0"/>
                    <a:pt x="27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77" name="Google Shape;577;p47"/>
            <p:cNvSpPr/>
            <p:nvPr/>
          </p:nvSpPr>
          <p:spPr>
            <a:xfrm>
              <a:off x="1425575" y="3486450"/>
              <a:ext cx="138275" cy="126000"/>
            </a:xfrm>
            <a:custGeom>
              <a:avLst/>
              <a:gdLst/>
              <a:ahLst/>
              <a:cxnLst/>
              <a:rect l="l" t="t" r="r" b="b"/>
              <a:pathLst>
                <a:path w="5531" h="5040" extrusionOk="0">
                  <a:moveTo>
                    <a:pt x="2766" y="0"/>
                  </a:moveTo>
                  <a:cubicBezTo>
                    <a:pt x="2121" y="0"/>
                    <a:pt x="1476" y="246"/>
                    <a:pt x="984" y="738"/>
                  </a:cubicBezTo>
                  <a:cubicBezTo>
                    <a:pt x="0" y="1723"/>
                    <a:pt x="0" y="3317"/>
                    <a:pt x="984" y="4302"/>
                  </a:cubicBezTo>
                  <a:cubicBezTo>
                    <a:pt x="1476" y="4793"/>
                    <a:pt x="2121" y="5039"/>
                    <a:pt x="2766" y="5039"/>
                  </a:cubicBezTo>
                  <a:cubicBezTo>
                    <a:pt x="3411" y="5039"/>
                    <a:pt x="4056" y="4793"/>
                    <a:pt x="4547" y="4302"/>
                  </a:cubicBezTo>
                  <a:cubicBezTo>
                    <a:pt x="5531" y="3317"/>
                    <a:pt x="5531" y="1723"/>
                    <a:pt x="4547" y="738"/>
                  </a:cubicBezTo>
                  <a:cubicBezTo>
                    <a:pt x="4056" y="246"/>
                    <a:pt x="3411" y="0"/>
                    <a:pt x="27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78" name="Google Shape;578;p47"/>
            <p:cNvSpPr/>
            <p:nvPr/>
          </p:nvSpPr>
          <p:spPr>
            <a:xfrm>
              <a:off x="1423225" y="3234500"/>
              <a:ext cx="143025" cy="126000"/>
            </a:xfrm>
            <a:custGeom>
              <a:avLst/>
              <a:gdLst/>
              <a:ahLst/>
              <a:cxnLst/>
              <a:rect l="l" t="t" r="r" b="b"/>
              <a:pathLst>
                <a:path w="5721" h="5040" extrusionOk="0">
                  <a:moveTo>
                    <a:pt x="2859" y="1"/>
                  </a:moveTo>
                  <a:cubicBezTo>
                    <a:pt x="2538" y="1"/>
                    <a:pt x="2211" y="62"/>
                    <a:pt x="1896" y="193"/>
                  </a:cubicBezTo>
                  <a:cubicBezTo>
                    <a:pt x="611" y="725"/>
                    <a:pt x="0" y="2199"/>
                    <a:pt x="532" y="3484"/>
                  </a:cubicBezTo>
                  <a:cubicBezTo>
                    <a:pt x="934" y="4455"/>
                    <a:pt x="1872" y="5040"/>
                    <a:pt x="2860" y="5040"/>
                  </a:cubicBezTo>
                  <a:cubicBezTo>
                    <a:pt x="3181" y="5040"/>
                    <a:pt x="3508" y="4978"/>
                    <a:pt x="3823" y="4847"/>
                  </a:cubicBezTo>
                  <a:cubicBezTo>
                    <a:pt x="5110" y="4315"/>
                    <a:pt x="5721" y="2842"/>
                    <a:pt x="5187" y="1556"/>
                  </a:cubicBezTo>
                  <a:cubicBezTo>
                    <a:pt x="4785" y="586"/>
                    <a:pt x="3847" y="1"/>
                    <a:pt x="28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79" name="Google Shape;579;p47"/>
            <p:cNvSpPr/>
            <p:nvPr/>
          </p:nvSpPr>
          <p:spPr>
            <a:xfrm>
              <a:off x="1425400" y="2982425"/>
              <a:ext cx="138600" cy="126050"/>
            </a:xfrm>
            <a:custGeom>
              <a:avLst/>
              <a:gdLst/>
              <a:ahLst/>
              <a:cxnLst/>
              <a:rect l="l" t="t" r="r" b="b"/>
              <a:pathLst>
                <a:path w="5544" h="5042" extrusionOk="0">
                  <a:moveTo>
                    <a:pt x="2770" y="0"/>
                  </a:moveTo>
                  <a:cubicBezTo>
                    <a:pt x="1628" y="0"/>
                    <a:pt x="594" y="782"/>
                    <a:pt x="319" y="1942"/>
                  </a:cubicBezTo>
                  <a:cubicBezTo>
                    <a:pt x="0" y="3297"/>
                    <a:pt x="838" y="4653"/>
                    <a:pt x="2193" y="4973"/>
                  </a:cubicBezTo>
                  <a:cubicBezTo>
                    <a:pt x="2388" y="5019"/>
                    <a:pt x="2582" y="5041"/>
                    <a:pt x="2774" y="5041"/>
                  </a:cubicBezTo>
                  <a:cubicBezTo>
                    <a:pt x="3916" y="5041"/>
                    <a:pt x="4950" y="4260"/>
                    <a:pt x="5223" y="3099"/>
                  </a:cubicBezTo>
                  <a:cubicBezTo>
                    <a:pt x="5544" y="1745"/>
                    <a:pt x="4705" y="389"/>
                    <a:pt x="3351" y="68"/>
                  </a:cubicBezTo>
                  <a:cubicBezTo>
                    <a:pt x="3156" y="22"/>
                    <a:pt x="2962" y="0"/>
                    <a:pt x="27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80" name="Google Shape;580;p47"/>
            <p:cNvSpPr/>
            <p:nvPr/>
          </p:nvSpPr>
          <p:spPr>
            <a:xfrm>
              <a:off x="1425575" y="2730625"/>
              <a:ext cx="138275" cy="126000"/>
            </a:xfrm>
            <a:custGeom>
              <a:avLst/>
              <a:gdLst/>
              <a:ahLst/>
              <a:cxnLst/>
              <a:rect l="l" t="t" r="r" b="b"/>
              <a:pathLst>
                <a:path w="5531" h="5040" extrusionOk="0">
                  <a:moveTo>
                    <a:pt x="2766" y="1"/>
                  </a:moveTo>
                  <a:cubicBezTo>
                    <a:pt x="2122" y="1"/>
                    <a:pt x="1477" y="247"/>
                    <a:pt x="985" y="738"/>
                  </a:cubicBezTo>
                  <a:cubicBezTo>
                    <a:pt x="0" y="1722"/>
                    <a:pt x="0" y="3317"/>
                    <a:pt x="985" y="4302"/>
                  </a:cubicBezTo>
                  <a:cubicBezTo>
                    <a:pt x="1477" y="4794"/>
                    <a:pt x="2122" y="5040"/>
                    <a:pt x="2766" y="5040"/>
                  </a:cubicBezTo>
                  <a:cubicBezTo>
                    <a:pt x="3411" y="5040"/>
                    <a:pt x="4056" y="4794"/>
                    <a:pt x="4547" y="4302"/>
                  </a:cubicBezTo>
                  <a:cubicBezTo>
                    <a:pt x="5531" y="3317"/>
                    <a:pt x="5531" y="1722"/>
                    <a:pt x="4547" y="738"/>
                  </a:cubicBezTo>
                  <a:cubicBezTo>
                    <a:pt x="4056" y="247"/>
                    <a:pt x="3411" y="1"/>
                    <a:pt x="27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81" name="Google Shape;581;p47"/>
            <p:cNvSpPr/>
            <p:nvPr/>
          </p:nvSpPr>
          <p:spPr>
            <a:xfrm>
              <a:off x="1425400" y="2478575"/>
              <a:ext cx="138600" cy="126025"/>
            </a:xfrm>
            <a:custGeom>
              <a:avLst/>
              <a:gdLst/>
              <a:ahLst/>
              <a:cxnLst/>
              <a:rect l="l" t="t" r="r" b="b"/>
              <a:pathLst>
                <a:path w="5544" h="5041" extrusionOk="0">
                  <a:moveTo>
                    <a:pt x="2770" y="1"/>
                  </a:moveTo>
                  <a:cubicBezTo>
                    <a:pt x="1628" y="1"/>
                    <a:pt x="594" y="782"/>
                    <a:pt x="319" y="1941"/>
                  </a:cubicBezTo>
                  <a:cubicBezTo>
                    <a:pt x="0" y="3296"/>
                    <a:pt x="838" y="4653"/>
                    <a:pt x="2193" y="4972"/>
                  </a:cubicBezTo>
                  <a:cubicBezTo>
                    <a:pt x="2388" y="5018"/>
                    <a:pt x="2582" y="5040"/>
                    <a:pt x="2774" y="5040"/>
                  </a:cubicBezTo>
                  <a:cubicBezTo>
                    <a:pt x="3916" y="5040"/>
                    <a:pt x="4950" y="4259"/>
                    <a:pt x="5223" y="3098"/>
                  </a:cubicBezTo>
                  <a:cubicBezTo>
                    <a:pt x="5544" y="1745"/>
                    <a:pt x="4705" y="388"/>
                    <a:pt x="3351" y="69"/>
                  </a:cubicBezTo>
                  <a:cubicBezTo>
                    <a:pt x="3156" y="23"/>
                    <a:pt x="2962" y="1"/>
                    <a:pt x="27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82" name="Google Shape;582;p47"/>
            <p:cNvSpPr/>
            <p:nvPr/>
          </p:nvSpPr>
          <p:spPr>
            <a:xfrm>
              <a:off x="1425575" y="2226775"/>
              <a:ext cx="138275" cy="125975"/>
            </a:xfrm>
            <a:custGeom>
              <a:avLst/>
              <a:gdLst/>
              <a:ahLst/>
              <a:cxnLst/>
              <a:rect l="l" t="t" r="r" b="b"/>
              <a:pathLst>
                <a:path w="5531" h="5039" extrusionOk="0">
                  <a:moveTo>
                    <a:pt x="2766" y="0"/>
                  </a:moveTo>
                  <a:cubicBezTo>
                    <a:pt x="2122" y="0"/>
                    <a:pt x="1477" y="246"/>
                    <a:pt x="985" y="738"/>
                  </a:cubicBezTo>
                  <a:cubicBezTo>
                    <a:pt x="0" y="1721"/>
                    <a:pt x="0" y="3316"/>
                    <a:pt x="985" y="4301"/>
                  </a:cubicBezTo>
                  <a:cubicBezTo>
                    <a:pt x="1477" y="4793"/>
                    <a:pt x="2122" y="5039"/>
                    <a:pt x="2766" y="5039"/>
                  </a:cubicBezTo>
                  <a:cubicBezTo>
                    <a:pt x="3411" y="5039"/>
                    <a:pt x="4056" y="4793"/>
                    <a:pt x="4547" y="4301"/>
                  </a:cubicBezTo>
                  <a:cubicBezTo>
                    <a:pt x="5531" y="3316"/>
                    <a:pt x="5531" y="1721"/>
                    <a:pt x="4547" y="738"/>
                  </a:cubicBezTo>
                  <a:cubicBezTo>
                    <a:pt x="4056" y="246"/>
                    <a:pt x="3411" y="0"/>
                    <a:pt x="27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83" name="Google Shape;583;p47"/>
            <p:cNvSpPr/>
            <p:nvPr/>
          </p:nvSpPr>
          <p:spPr>
            <a:xfrm>
              <a:off x="1423225" y="1974800"/>
              <a:ext cx="143025" cy="126025"/>
            </a:xfrm>
            <a:custGeom>
              <a:avLst/>
              <a:gdLst/>
              <a:ahLst/>
              <a:cxnLst/>
              <a:rect l="l" t="t" r="r" b="b"/>
              <a:pathLst>
                <a:path w="5721" h="5041" extrusionOk="0">
                  <a:moveTo>
                    <a:pt x="2860" y="1"/>
                  </a:moveTo>
                  <a:cubicBezTo>
                    <a:pt x="2538" y="1"/>
                    <a:pt x="2211" y="63"/>
                    <a:pt x="1896" y="194"/>
                  </a:cubicBezTo>
                  <a:cubicBezTo>
                    <a:pt x="611" y="726"/>
                    <a:pt x="0" y="2200"/>
                    <a:pt x="532" y="3485"/>
                  </a:cubicBezTo>
                  <a:cubicBezTo>
                    <a:pt x="934" y="4455"/>
                    <a:pt x="1872" y="5040"/>
                    <a:pt x="2861" y="5040"/>
                  </a:cubicBezTo>
                  <a:cubicBezTo>
                    <a:pt x="3183" y="5040"/>
                    <a:pt x="3509" y="4979"/>
                    <a:pt x="3825" y="4848"/>
                  </a:cubicBezTo>
                  <a:cubicBezTo>
                    <a:pt x="5110" y="4316"/>
                    <a:pt x="5721" y="2842"/>
                    <a:pt x="5188" y="1557"/>
                  </a:cubicBezTo>
                  <a:cubicBezTo>
                    <a:pt x="4786" y="586"/>
                    <a:pt x="3848" y="1"/>
                    <a:pt x="28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84" name="Google Shape;584;p47"/>
            <p:cNvSpPr/>
            <p:nvPr/>
          </p:nvSpPr>
          <p:spPr>
            <a:xfrm>
              <a:off x="1677500" y="3738375"/>
              <a:ext cx="138300" cy="126000"/>
            </a:xfrm>
            <a:custGeom>
              <a:avLst/>
              <a:gdLst/>
              <a:ahLst/>
              <a:cxnLst/>
              <a:rect l="l" t="t" r="r" b="b"/>
              <a:pathLst>
                <a:path w="5532" h="5040" extrusionOk="0">
                  <a:moveTo>
                    <a:pt x="2767" y="1"/>
                  </a:moveTo>
                  <a:cubicBezTo>
                    <a:pt x="2122" y="1"/>
                    <a:pt x="1477" y="247"/>
                    <a:pt x="986" y="738"/>
                  </a:cubicBezTo>
                  <a:cubicBezTo>
                    <a:pt x="1" y="1723"/>
                    <a:pt x="1" y="3317"/>
                    <a:pt x="986" y="4302"/>
                  </a:cubicBezTo>
                  <a:cubicBezTo>
                    <a:pt x="1477" y="4794"/>
                    <a:pt x="2122" y="5040"/>
                    <a:pt x="2767" y="5040"/>
                  </a:cubicBezTo>
                  <a:cubicBezTo>
                    <a:pt x="3412" y="5040"/>
                    <a:pt x="4056" y="4794"/>
                    <a:pt x="4548" y="4302"/>
                  </a:cubicBezTo>
                  <a:cubicBezTo>
                    <a:pt x="5531" y="3317"/>
                    <a:pt x="5531" y="1723"/>
                    <a:pt x="4548" y="738"/>
                  </a:cubicBezTo>
                  <a:cubicBezTo>
                    <a:pt x="4056" y="247"/>
                    <a:pt x="3412" y="1"/>
                    <a:pt x="27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85" name="Google Shape;585;p47"/>
            <p:cNvSpPr/>
            <p:nvPr/>
          </p:nvSpPr>
          <p:spPr>
            <a:xfrm>
              <a:off x="1677325" y="3486300"/>
              <a:ext cx="138625" cy="126000"/>
            </a:xfrm>
            <a:custGeom>
              <a:avLst/>
              <a:gdLst/>
              <a:ahLst/>
              <a:cxnLst/>
              <a:rect l="l" t="t" r="r" b="b"/>
              <a:pathLst>
                <a:path w="5545" h="5040" extrusionOk="0">
                  <a:moveTo>
                    <a:pt x="2771" y="0"/>
                  </a:moveTo>
                  <a:cubicBezTo>
                    <a:pt x="1628" y="0"/>
                    <a:pt x="594" y="782"/>
                    <a:pt x="320" y="1942"/>
                  </a:cubicBezTo>
                  <a:cubicBezTo>
                    <a:pt x="1" y="3295"/>
                    <a:pt x="839" y="4653"/>
                    <a:pt x="2194" y="4972"/>
                  </a:cubicBezTo>
                  <a:cubicBezTo>
                    <a:pt x="2388" y="5018"/>
                    <a:pt x="2583" y="5040"/>
                    <a:pt x="2774" y="5040"/>
                  </a:cubicBezTo>
                  <a:cubicBezTo>
                    <a:pt x="3916" y="5040"/>
                    <a:pt x="4950" y="4258"/>
                    <a:pt x="5224" y="3099"/>
                  </a:cubicBezTo>
                  <a:cubicBezTo>
                    <a:pt x="5544" y="1745"/>
                    <a:pt x="4706" y="387"/>
                    <a:pt x="3351" y="68"/>
                  </a:cubicBezTo>
                  <a:cubicBezTo>
                    <a:pt x="3157" y="22"/>
                    <a:pt x="2962" y="0"/>
                    <a:pt x="27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86" name="Google Shape;586;p47"/>
            <p:cNvSpPr/>
            <p:nvPr/>
          </p:nvSpPr>
          <p:spPr>
            <a:xfrm>
              <a:off x="1678950" y="3234650"/>
              <a:ext cx="135500" cy="126000"/>
            </a:xfrm>
            <a:custGeom>
              <a:avLst/>
              <a:gdLst/>
              <a:ahLst/>
              <a:cxnLst/>
              <a:rect l="l" t="t" r="r" b="b"/>
              <a:pathLst>
                <a:path w="5420" h="5040" extrusionOk="0">
                  <a:moveTo>
                    <a:pt x="2706" y="0"/>
                  </a:moveTo>
                  <a:cubicBezTo>
                    <a:pt x="1494" y="0"/>
                    <a:pt x="424" y="880"/>
                    <a:pt x="224" y="2116"/>
                  </a:cubicBezTo>
                  <a:cubicBezTo>
                    <a:pt x="1" y="3490"/>
                    <a:pt x="933" y="4783"/>
                    <a:pt x="2307" y="5007"/>
                  </a:cubicBezTo>
                  <a:cubicBezTo>
                    <a:pt x="2443" y="5029"/>
                    <a:pt x="2579" y="5039"/>
                    <a:pt x="2712" y="5039"/>
                  </a:cubicBezTo>
                  <a:cubicBezTo>
                    <a:pt x="3927" y="5039"/>
                    <a:pt x="4996" y="4160"/>
                    <a:pt x="5198" y="2923"/>
                  </a:cubicBezTo>
                  <a:cubicBezTo>
                    <a:pt x="5420" y="1550"/>
                    <a:pt x="4487" y="255"/>
                    <a:pt x="3113" y="33"/>
                  </a:cubicBezTo>
                  <a:cubicBezTo>
                    <a:pt x="2977" y="11"/>
                    <a:pt x="2841" y="0"/>
                    <a:pt x="2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87" name="Google Shape;587;p47"/>
            <p:cNvSpPr/>
            <p:nvPr/>
          </p:nvSpPr>
          <p:spPr>
            <a:xfrm>
              <a:off x="1677500" y="2982575"/>
              <a:ext cx="138300" cy="126000"/>
            </a:xfrm>
            <a:custGeom>
              <a:avLst/>
              <a:gdLst/>
              <a:ahLst/>
              <a:cxnLst/>
              <a:rect l="l" t="t" r="r" b="b"/>
              <a:pathLst>
                <a:path w="5532" h="5040" extrusionOk="0">
                  <a:moveTo>
                    <a:pt x="2767" y="0"/>
                  </a:moveTo>
                  <a:cubicBezTo>
                    <a:pt x="2122" y="0"/>
                    <a:pt x="1477" y="246"/>
                    <a:pt x="986" y="738"/>
                  </a:cubicBezTo>
                  <a:cubicBezTo>
                    <a:pt x="1" y="1721"/>
                    <a:pt x="1" y="3317"/>
                    <a:pt x="986" y="4302"/>
                  </a:cubicBezTo>
                  <a:cubicBezTo>
                    <a:pt x="1477" y="4793"/>
                    <a:pt x="2122" y="5039"/>
                    <a:pt x="2767" y="5039"/>
                  </a:cubicBezTo>
                  <a:cubicBezTo>
                    <a:pt x="3412" y="5039"/>
                    <a:pt x="4056" y="4793"/>
                    <a:pt x="4548" y="4302"/>
                  </a:cubicBezTo>
                  <a:cubicBezTo>
                    <a:pt x="5531" y="3317"/>
                    <a:pt x="5531" y="1721"/>
                    <a:pt x="4548" y="738"/>
                  </a:cubicBezTo>
                  <a:cubicBezTo>
                    <a:pt x="4056" y="246"/>
                    <a:pt x="3412" y="0"/>
                    <a:pt x="27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88" name="Google Shape;588;p47"/>
            <p:cNvSpPr/>
            <p:nvPr/>
          </p:nvSpPr>
          <p:spPr>
            <a:xfrm>
              <a:off x="1677325" y="2730500"/>
              <a:ext cx="138625" cy="126025"/>
            </a:xfrm>
            <a:custGeom>
              <a:avLst/>
              <a:gdLst/>
              <a:ahLst/>
              <a:cxnLst/>
              <a:rect l="l" t="t" r="r" b="b"/>
              <a:pathLst>
                <a:path w="5545" h="5041" extrusionOk="0">
                  <a:moveTo>
                    <a:pt x="2769" y="1"/>
                  </a:moveTo>
                  <a:cubicBezTo>
                    <a:pt x="1628" y="1"/>
                    <a:pt x="594" y="783"/>
                    <a:pt x="320" y="1942"/>
                  </a:cubicBezTo>
                  <a:cubicBezTo>
                    <a:pt x="1" y="3296"/>
                    <a:pt x="839" y="4652"/>
                    <a:pt x="2194" y="4973"/>
                  </a:cubicBezTo>
                  <a:cubicBezTo>
                    <a:pt x="2388" y="5019"/>
                    <a:pt x="2582" y="5041"/>
                    <a:pt x="2774" y="5041"/>
                  </a:cubicBezTo>
                  <a:cubicBezTo>
                    <a:pt x="3915" y="5041"/>
                    <a:pt x="4950" y="4259"/>
                    <a:pt x="5224" y="3099"/>
                  </a:cubicBezTo>
                  <a:cubicBezTo>
                    <a:pt x="5544" y="1746"/>
                    <a:pt x="4704" y="388"/>
                    <a:pt x="3351" y="69"/>
                  </a:cubicBezTo>
                  <a:cubicBezTo>
                    <a:pt x="3156" y="23"/>
                    <a:pt x="2961" y="1"/>
                    <a:pt x="27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89" name="Google Shape;589;p47"/>
            <p:cNvSpPr/>
            <p:nvPr/>
          </p:nvSpPr>
          <p:spPr>
            <a:xfrm>
              <a:off x="1677500" y="2478700"/>
              <a:ext cx="138300" cy="126000"/>
            </a:xfrm>
            <a:custGeom>
              <a:avLst/>
              <a:gdLst/>
              <a:ahLst/>
              <a:cxnLst/>
              <a:rect l="l" t="t" r="r" b="b"/>
              <a:pathLst>
                <a:path w="5532" h="5040" extrusionOk="0">
                  <a:moveTo>
                    <a:pt x="2767" y="0"/>
                  </a:moveTo>
                  <a:cubicBezTo>
                    <a:pt x="2122" y="0"/>
                    <a:pt x="1477" y="246"/>
                    <a:pt x="986" y="738"/>
                  </a:cubicBezTo>
                  <a:cubicBezTo>
                    <a:pt x="1" y="1721"/>
                    <a:pt x="1" y="3317"/>
                    <a:pt x="986" y="4302"/>
                  </a:cubicBezTo>
                  <a:cubicBezTo>
                    <a:pt x="1477" y="4793"/>
                    <a:pt x="2122" y="5039"/>
                    <a:pt x="2767" y="5039"/>
                  </a:cubicBezTo>
                  <a:cubicBezTo>
                    <a:pt x="3412" y="5039"/>
                    <a:pt x="4056" y="4793"/>
                    <a:pt x="4548" y="4302"/>
                  </a:cubicBezTo>
                  <a:cubicBezTo>
                    <a:pt x="5531" y="3317"/>
                    <a:pt x="5531" y="1721"/>
                    <a:pt x="4548" y="738"/>
                  </a:cubicBezTo>
                  <a:cubicBezTo>
                    <a:pt x="4056" y="246"/>
                    <a:pt x="3412" y="0"/>
                    <a:pt x="27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0" name="Google Shape;590;p47"/>
            <p:cNvSpPr/>
            <p:nvPr/>
          </p:nvSpPr>
          <p:spPr>
            <a:xfrm>
              <a:off x="1677325" y="2226650"/>
              <a:ext cx="138575" cy="126025"/>
            </a:xfrm>
            <a:custGeom>
              <a:avLst/>
              <a:gdLst/>
              <a:ahLst/>
              <a:cxnLst/>
              <a:rect l="l" t="t" r="r" b="b"/>
              <a:pathLst>
                <a:path w="5543" h="5041" extrusionOk="0">
                  <a:moveTo>
                    <a:pt x="2771" y="0"/>
                  </a:moveTo>
                  <a:cubicBezTo>
                    <a:pt x="1628" y="0"/>
                    <a:pt x="593" y="782"/>
                    <a:pt x="320" y="1942"/>
                  </a:cubicBezTo>
                  <a:cubicBezTo>
                    <a:pt x="1" y="3295"/>
                    <a:pt x="839" y="4653"/>
                    <a:pt x="2192" y="4972"/>
                  </a:cubicBezTo>
                  <a:cubicBezTo>
                    <a:pt x="2387" y="5018"/>
                    <a:pt x="2582" y="5040"/>
                    <a:pt x="2774" y="5040"/>
                  </a:cubicBezTo>
                  <a:cubicBezTo>
                    <a:pt x="3916" y="5040"/>
                    <a:pt x="4950" y="4258"/>
                    <a:pt x="5224" y="3099"/>
                  </a:cubicBezTo>
                  <a:cubicBezTo>
                    <a:pt x="5543" y="1745"/>
                    <a:pt x="4704" y="389"/>
                    <a:pt x="3351" y="68"/>
                  </a:cubicBezTo>
                  <a:cubicBezTo>
                    <a:pt x="3157" y="22"/>
                    <a:pt x="2962" y="0"/>
                    <a:pt x="27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1" name="Google Shape;591;p47"/>
            <p:cNvSpPr/>
            <p:nvPr/>
          </p:nvSpPr>
          <p:spPr>
            <a:xfrm>
              <a:off x="1678950" y="1974900"/>
              <a:ext cx="135550" cy="126000"/>
            </a:xfrm>
            <a:custGeom>
              <a:avLst/>
              <a:gdLst/>
              <a:ahLst/>
              <a:cxnLst/>
              <a:rect l="l" t="t" r="r" b="b"/>
              <a:pathLst>
                <a:path w="5422" h="5040" extrusionOk="0">
                  <a:moveTo>
                    <a:pt x="2708" y="0"/>
                  </a:moveTo>
                  <a:cubicBezTo>
                    <a:pt x="1494" y="0"/>
                    <a:pt x="425" y="879"/>
                    <a:pt x="224" y="2116"/>
                  </a:cubicBezTo>
                  <a:cubicBezTo>
                    <a:pt x="1" y="3489"/>
                    <a:pt x="933" y="4783"/>
                    <a:pt x="2307" y="5007"/>
                  </a:cubicBezTo>
                  <a:cubicBezTo>
                    <a:pt x="2444" y="5029"/>
                    <a:pt x="2580" y="5040"/>
                    <a:pt x="2714" y="5040"/>
                  </a:cubicBezTo>
                  <a:cubicBezTo>
                    <a:pt x="3928" y="5040"/>
                    <a:pt x="4997" y="4160"/>
                    <a:pt x="5198" y="2924"/>
                  </a:cubicBezTo>
                  <a:cubicBezTo>
                    <a:pt x="5421" y="1550"/>
                    <a:pt x="4488" y="256"/>
                    <a:pt x="3115" y="33"/>
                  </a:cubicBezTo>
                  <a:cubicBezTo>
                    <a:pt x="2978" y="11"/>
                    <a:pt x="2842" y="0"/>
                    <a:pt x="2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2" name="Google Shape;592;p47"/>
            <p:cNvSpPr/>
            <p:nvPr/>
          </p:nvSpPr>
          <p:spPr>
            <a:xfrm>
              <a:off x="1551350" y="3612250"/>
              <a:ext cx="138625" cy="126025"/>
            </a:xfrm>
            <a:custGeom>
              <a:avLst/>
              <a:gdLst/>
              <a:ahLst/>
              <a:cxnLst/>
              <a:rect l="l" t="t" r="r" b="b"/>
              <a:pathLst>
                <a:path w="5545" h="5041" extrusionOk="0">
                  <a:moveTo>
                    <a:pt x="2769" y="0"/>
                  </a:moveTo>
                  <a:cubicBezTo>
                    <a:pt x="1627" y="0"/>
                    <a:pt x="594" y="782"/>
                    <a:pt x="320" y="1941"/>
                  </a:cubicBezTo>
                  <a:cubicBezTo>
                    <a:pt x="1" y="3296"/>
                    <a:pt x="839" y="4652"/>
                    <a:pt x="2194" y="4973"/>
                  </a:cubicBezTo>
                  <a:cubicBezTo>
                    <a:pt x="2388" y="5018"/>
                    <a:pt x="2583" y="5040"/>
                    <a:pt x="2774" y="5040"/>
                  </a:cubicBezTo>
                  <a:cubicBezTo>
                    <a:pt x="3917" y="5040"/>
                    <a:pt x="4951" y="4259"/>
                    <a:pt x="5225" y="3099"/>
                  </a:cubicBezTo>
                  <a:cubicBezTo>
                    <a:pt x="5544" y="1744"/>
                    <a:pt x="4706" y="388"/>
                    <a:pt x="3351" y="69"/>
                  </a:cubicBezTo>
                  <a:cubicBezTo>
                    <a:pt x="3156" y="23"/>
                    <a:pt x="2961" y="0"/>
                    <a:pt x="27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3" name="Google Shape;593;p47"/>
            <p:cNvSpPr/>
            <p:nvPr/>
          </p:nvSpPr>
          <p:spPr>
            <a:xfrm>
              <a:off x="1551550" y="3360475"/>
              <a:ext cx="138275" cy="126000"/>
            </a:xfrm>
            <a:custGeom>
              <a:avLst/>
              <a:gdLst/>
              <a:ahLst/>
              <a:cxnLst/>
              <a:rect l="l" t="t" r="r" b="b"/>
              <a:pathLst>
                <a:path w="5531" h="5040" extrusionOk="0">
                  <a:moveTo>
                    <a:pt x="2766" y="1"/>
                  </a:moveTo>
                  <a:cubicBezTo>
                    <a:pt x="2121" y="1"/>
                    <a:pt x="1477" y="246"/>
                    <a:pt x="985" y="738"/>
                  </a:cubicBezTo>
                  <a:cubicBezTo>
                    <a:pt x="0" y="1723"/>
                    <a:pt x="0" y="3317"/>
                    <a:pt x="985" y="4302"/>
                  </a:cubicBezTo>
                  <a:cubicBezTo>
                    <a:pt x="1477" y="4794"/>
                    <a:pt x="2121" y="5039"/>
                    <a:pt x="2766" y="5039"/>
                  </a:cubicBezTo>
                  <a:cubicBezTo>
                    <a:pt x="3411" y="5039"/>
                    <a:pt x="4055" y="4794"/>
                    <a:pt x="4547" y="4302"/>
                  </a:cubicBezTo>
                  <a:cubicBezTo>
                    <a:pt x="5531" y="3317"/>
                    <a:pt x="5531" y="1723"/>
                    <a:pt x="4547" y="738"/>
                  </a:cubicBezTo>
                  <a:cubicBezTo>
                    <a:pt x="4055" y="246"/>
                    <a:pt x="3411" y="1"/>
                    <a:pt x="27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4" name="Google Shape;594;p47"/>
            <p:cNvSpPr/>
            <p:nvPr/>
          </p:nvSpPr>
          <p:spPr>
            <a:xfrm>
              <a:off x="1551350" y="3108400"/>
              <a:ext cx="138625" cy="126000"/>
            </a:xfrm>
            <a:custGeom>
              <a:avLst/>
              <a:gdLst/>
              <a:ahLst/>
              <a:cxnLst/>
              <a:rect l="l" t="t" r="r" b="b"/>
              <a:pathLst>
                <a:path w="5545" h="5040" extrusionOk="0">
                  <a:moveTo>
                    <a:pt x="2771" y="0"/>
                  </a:moveTo>
                  <a:cubicBezTo>
                    <a:pt x="1629" y="0"/>
                    <a:pt x="594" y="782"/>
                    <a:pt x="320" y="1942"/>
                  </a:cubicBezTo>
                  <a:cubicBezTo>
                    <a:pt x="1" y="3295"/>
                    <a:pt x="839" y="4653"/>
                    <a:pt x="2194" y="4972"/>
                  </a:cubicBezTo>
                  <a:cubicBezTo>
                    <a:pt x="2389" y="5018"/>
                    <a:pt x="2584" y="5040"/>
                    <a:pt x="2776" y="5040"/>
                  </a:cubicBezTo>
                  <a:cubicBezTo>
                    <a:pt x="3917" y="5040"/>
                    <a:pt x="4951" y="4258"/>
                    <a:pt x="5224" y="3099"/>
                  </a:cubicBezTo>
                  <a:cubicBezTo>
                    <a:pt x="5544" y="1744"/>
                    <a:pt x="4706" y="388"/>
                    <a:pt x="3351" y="68"/>
                  </a:cubicBezTo>
                  <a:cubicBezTo>
                    <a:pt x="3157" y="22"/>
                    <a:pt x="2962" y="0"/>
                    <a:pt x="27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5" name="Google Shape;595;p47"/>
            <p:cNvSpPr/>
            <p:nvPr/>
          </p:nvSpPr>
          <p:spPr>
            <a:xfrm>
              <a:off x="1551550" y="2856600"/>
              <a:ext cx="138275" cy="126000"/>
            </a:xfrm>
            <a:custGeom>
              <a:avLst/>
              <a:gdLst/>
              <a:ahLst/>
              <a:cxnLst/>
              <a:rect l="l" t="t" r="r" b="b"/>
              <a:pathLst>
                <a:path w="5531" h="5040" extrusionOk="0">
                  <a:moveTo>
                    <a:pt x="2766" y="1"/>
                  </a:moveTo>
                  <a:cubicBezTo>
                    <a:pt x="2121" y="1"/>
                    <a:pt x="1477" y="247"/>
                    <a:pt x="985" y="738"/>
                  </a:cubicBezTo>
                  <a:cubicBezTo>
                    <a:pt x="0" y="1722"/>
                    <a:pt x="0" y="3317"/>
                    <a:pt x="985" y="4302"/>
                  </a:cubicBezTo>
                  <a:cubicBezTo>
                    <a:pt x="1477" y="4794"/>
                    <a:pt x="2121" y="5039"/>
                    <a:pt x="2766" y="5039"/>
                  </a:cubicBezTo>
                  <a:cubicBezTo>
                    <a:pt x="3411" y="5039"/>
                    <a:pt x="4055" y="4794"/>
                    <a:pt x="4547" y="4302"/>
                  </a:cubicBezTo>
                  <a:cubicBezTo>
                    <a:pt x="5531" y="3317"/>
                    <a:pt x="5531" y="1722"/>
                    <a:pt x="4547" y="738"/>
                  </a:cubicBezTo>
                  <a:cubicBezTo>
                    <a:pt x="4055" y="247"/>
                    <a:pt x="3411" y="1"/>
                    <a:pt x="27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6" name="Google Shape;596;p47"/>
            <p:cNvSpPr/>
            <p:nvPr/>
          </p:nvSpPr>
          <p:spPr>
            <a:xfrm>
              <a:off x="1549175" y="2604650"/>
              <a:ext cx="143050" cy="126025"/>
            </a:xfrm>
            <a:custGeom>
              <a:avLst/>
              <a:gdLst/>
              <a:ahLst/>
              <a:cxnLst/>
              <a:rect l="l" t="t" r="r" b="b"/>
              <a:pathLst>
                <a:path w="5722" h="5041" extrusionOk="0">
                  <a:moveTo>
                    <a:pt x="2861" y="0"/>
                  </a:moveTo>
                  <a:cubicBezTo>
                    <a:pt x="2539" y="0"/>
                    <a:pt x="2212" y="62"/>
                    <a:pt x="1897" y="193"/>
                  </a:cubicBezTo>
                  <a:cubicBezTo>
                    <a:pt x="611" y="726"/>
                    <a:pt x="1" y="2199"/>
                    <a:pt x="533" y="3484"/>
                  </a:cubicBezTo>
                  <a:cubicBezTo>
                    <a:pt x="935" y="4454"/>
                    <a:pt x="1873" y="5040"/>
                    <a:pt x="2862" y="5040"/>
                  </a:cubicBezTo>
                  <a:cubicBezTo>
                    <a:pt x="3183" y="5040"/>
                    <a:pt x="3510" y="4978"/>
                    <a:pt x="3826" y="4848"/>
                  </a:cubicBezTo>
                  <a:cubicBezTo>
                    <a:pt x="5111" y="4315"/>
                    <a:pt x="5721" y="2842"/>
                    <a:pt x="5189" y="1557"/>
                  </a:cubicBezTo>
                  <a:cubicBezTo>
                    <a:pt x="4787" y="586"/>
                    <a:pt x="3849" y="0"/>
                    <a:pt x="28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7" name="Google Shape;597;p47"/>
            <p:cNvSpPr/>
            <p:nvPr/>
          </p:nvSpPr>
          <p:spPr>
            <a:xfrm>
              <a:off x="1551350" y="2352625"/>
              <a:ext cx="138625" cy="126000"/>
            </a:xfrm>
            <a:custGeom>
              <a:avLst/>
              <a:gdLst/>
              <a:ahLst/>
              <a:cxnLst/>
              <a:rect l="l" t="t" r="r" b="b"/>
              <a:pathLst>
                <a:path w="5545" h="5040" extrusionOk="0">
                  <a:moveTo>
                    <a:pt x="2771" y="0"/>
                  </a:moveTo>
                  <a:cubicBezTo>
                    <a:pt x="1628" y="0"/>
                    <a:pt x="593" y="781"/>
                    <a:pt x="320" y="1940"/>
                  </a:cubicBezTo>
                  <a:cubicBezTo>
                    <a:pt x="1" y="3295"/>
                    <a:pt x="839" y="4653"/>
                    <a:pt x="2194" y="4972"/>
                  </a:cubicBezTo>
                  <a:cubicBezTo>
                    <a:pt x="2388" y="5017"/>
                    <a:pt x="2582" y="5039"/>
                    <a:pt x="2774" y="5039"/>
                  </a:cubicBezTo>
                  <a:cubicBezTo>
                    <a:pt x="3915" y="5039"/>
                    <a:pt x="4951" y="4258"/>
                    <a:pt x="5224" y="3098"/>
                  </a:cubicBezTo>
                  <a:cubicBezTo>
                    <a:pt x="5544" y="1745"/>
                    <a:pt x="4705" y="387"/>
                    <a:pt x="3351" y="68"/>
                  </a:cubicBezTo>
                  <a:cubicBezTo>
                    <a:pt x="3157" y="22"/>
                    <a:pt x="2962" y="0"/>
                    <a:pt x="27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8" name="Google Shape;598;p47"/>
            <p:cNvSpPr/>
            <p:nvPr/>
          </p:nvSpPr>
          <p:spPr>
            <a:xfrm>
              <a:off x="1551550" y="2100800"/>
              <a:ext cx="138275" cy="125975"/>
            </a:xfrm>
            <a:custGeom>
              <a:avLst/>
              <a:gdLst/>
              <a:ahLst/>
              <a:cxnLst/>
              <a:rect l="l" t="t" r="r" b="b"/>
              <a:pathLst>
                <a:path w="5531" h="5039" extrusionOk="0">
                  <a:moveTo>
                    <a:pt x="2766" y="0"/>
                  </a:moveTo>
                  <a:cubicBezTo>
                    <a:pt x="2121" y="0"/>
                    <a:pt x="1477" y="246"/>
                    <a:pt x="985" y="738"/>
                  </a:cubicBezTo>
                  <a:cubicBezTo>
                    <a:pt x="0" y="1721"/>
                    <a:pt x="0" y="3317"/>
                    <a:pt x="985" y="4300"/>
                  </a:cubicBezTo>
                  <a:cubicBezTo>
                    <a:pt x="1477" y="4792"/>
                    <a:pt x="2121" y="5039"/>
                    <a:pt x="2766" y="5039"/>
                  </a:cubicBezTo>
                  <a:cubicBezTo>
                    <a:pt x="3411" y="5039"/>
                    <a:pt x="4055" y="4792"/>
                    <a:pt x="4547" y="4300"/>
                  </a:cubicBezTo>
                  <a:cubicBezTo>
                    <a:pt x="5531" y="3317"/>
                    <a:pt x="5531" y="1721"/>
                    <a:pt x="4547" y="738"/>
                  </a:cubicBezTo>
                  <a:cubicBezTo>
                    <a:pt x="4055" y="246"/>
                    <a:pt x="3411" y="0"/>
                    <a:pt x="27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99" name="Google Shape;599;p47"/>
            <p:cNvSpPr/>
            <p:nvPr/>
          </p:nvSpPr>
          <p:spPr>
            <a:xfrm>
              <a:off x="1551350" y="1848750"/>
              <a:ext cx="138575" cy="126025"/>
            </a:xfrm>
            <a:custGeom>
              <a:avLst/>
              <a:gdLst/>
              <a:ahLst/>
              <a:cxnLst/>
              <a:rect l="l" t="t" r="r" b="b"/>
              <a:pathLst>
                <a:path w="5543" h="5041" extrusionOk="0">
                  <a:moveTo>
                    <a:pt x="2771" y="0"/>
                  </a:moveTo>
                  <a:cubicBezTo>
                    <a:pt x="1628" y="0"/>
                    <a:pt x="593" y="782"/>
                    <a:pt x="320" y="1942"/>
                  </a:cubicBezTo>
                  <a:cubicBezTo>
                    <a:pt x="1" y="3297"/>
                    <a:pt x="839" y="4653"/>
                    <a:pt x="2194" y="4973"/>
                  </a:cubicBezTo>
                  <a:cubicBezTo>
                    <a:pt x="2388" y="5019"/>
                    <a:pt x="2582" y="5041"/>
                    <a:pt x="2774" y="5041"/>
                  </a:cubicBezTo>
                  <a:cubicBezTo>
                    <a:pt x="3915" y="5041"/>
                    <a:pt x="4951" y="4259"/>
                    <a:pt x="5224" y="3099"/>
                  </a:cubicBezTo>
                  <a:cubicBezTo>
                    <a:pt x="5543" y="1745"/>
                    <a:pt x="4705" y="388"/>
                    <a:pt x="3351" y="68"/>
                  </a:cubicBezTo>
                  <a:cubicBezTo>
                    <a:pt x="3157" y="22"/>
                    <a:pt x="2962" y="0"/>
                    <a:pt x="27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600" name="Google Shape;600;p47"/>
          <p:cNvGrpSpPr/>
          <p:nvPr/>
        </p:nvGrpSpPr>
        <p:grpSpPr>
          <a:xfrm>
            <a:off x="2790805" y="3788637"/>
            <a:ext cx="291722" cy="291675"/>
            <a:chOff x="3226800" y="3706900"/>
            <a:chExt cx="315000" cy="314950"/>
          </a:xfrm>
        </p:grpSpPr>
        <p:sp>
          <p:nvSpPr>
            <p:cNvPr id="601" name="Google Shape;601;p47"/>
            <p:cNvSpPr/>
            <p:nvPr/>
          </p:nvSpPr>
          <p:spPr>
            <a:xfrm>
              <a:off x="3226800" y="3706900"/>
              <a:ext cx="315000" cy="314950"/>
            </a:xfrm>
            <a:custGeom>
              <a:avLst/>
              <a:gdLst/>
              <a:ahLst/>
              <a:cxnLst/>
              <a:rect l="l" t="t" r="r" b="b"/>
              <a:pathLst>
                <a:path w="12600" h="12598" extrusionOk="0">
                  <a:moveTo>
                    <a:pt x="2520" y="0"/>
                  </a:moveTo>
                  <a:lnTo>
                    <a:pt x="1" y="2520"/>
                  </a:lnTo>
                  <a:lnTo>
                    <a:pt x="10080" y="12597"/>
                  </a:lnTo>
                  <a:lnTo>
                    <a:pt x="12599" y="10078"/>
                  </a:lnTo>
                  <a:lnTo>
                    <a:pt x="25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2" name="Google Shape;602;p47"/>
            <p:cNvSpPr/>
            <p:nvPr/>
          </p:nvSpPr>
          <p:spPr>
            <a:xfrm>
              <a:off x="3226800" y="3706900"/>
              <a:ext cx="315000" cy="314950"/>
            </a:xfrm>
            <a:custGeom>
              <a:avLst/>
              <a:gdLst/>
              <a:ahLst/>
              <a:cxnLst/>
              <a:rect l="l" t="t" r="r" b="b"/>
              <a:pathLst>
                <a:path w="12600" h="12598" extrusionOk="0">
                  <a:moveTo>
                    <a:pt x="10080" y="0"/>
                  </a:moveTo>
                  <a:lnTo>
                    <a:pt x="1" y="10078"/>
                  </a:lnTo>
                  <a:lnTo>
                    <a:pt x="2520" y="12597"/>
                  </a:lnTo>
                  <a:lnTo>
                    <a:pt x="12599" y="2520"/>
                  </a:lnTo>
                  <a:lnTo>
                    <a:pt x="100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603" name="Google Shape;603;p47"/>
          <p:cNvGrpSpPr/>
          <p:nvPr/>
        </p:nvGrpSpPr>
        <p:grpSpPr>
          <a:xfrm>
            <a:off x="3416663" y="3229275"/>
            <a:ext cx="679050" cy="679050"/>
            <a:chOff x="4555550" y="3448450"/>
            <a:chExt cx="905400" cy="905400"/>
          </a:xfrm>
        </p:grpSpPr>
        <p:sp>
          <p:nvSpPr>
            <p:cNvPr id="604" name="Google Shape;604;p47"/>
            <p:cNvSpPr/>
            <p:nvPr/>
          </p:nvSpPr>
          <p:spPr>
            <a:xfrm>
              <a:off x="4686800" y="3579700"/>
              <a:ext cx="642900" cy="642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05" name="Google Shape;605;p47"/>
            <p:cNvSpPr/>
            <p:nvPr/>
          </p:nvSpPr>
          <p:spPr>
            <a:xfrm>
              <a:off x="4555550" y="3448450"/>
              <a:ext cx="905400" cy="9054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6"/>
          <p:cNvSpPr txBox="1">
            <a:spLocks noGrp="1"/>
          </p:cNvSpPr>
          <p:nvPr>
            <p:ph type="title"/>
          </p:nvPr>
        </p:nvSpPr>
        <p:spPr>
          <a:xfrm>
            <a:off x="1292198" y="1343472"/>
            <a:ext cx="4273580" cy="1720600"/>
          </a:xfrm>
          <a:prstGeom prst="rect">
            <a:avLst/>
          </a:prstGeom>
        </p:spPr>
        <p:txBody>
          <a:bodyPr spcFirstLastPara="1" wrap="square" lIns="68569" tIns="68569" rIns="68569" bIns="68569" anchor="b" anchorCtr="0">
            <a:noAutofit/>
          </a:bodyPr>
          <a:lstStyle/>
          <a:p>
            <a:r>
              <a:rPr lang="ru-RU" dirty="0"/>
              <a:t>Спасибо за внимание</a:t>
            </a:r>
            <a:r>
              <a:rPr lang="en" dirty="0"/>
              <a:t>!</a:t>
            </a:r>
            <a:endParaRPr dirty="0"/>
          </a:p>
        </p:txBody>
      </p:sp>
      <p:grpSp>
        <p:nvGrpSpPr>
          <p:cNvPr id="526" name="Google Shape;526;p46"/>
          <p:cNvGrpSpPr/>
          <p:nvPr/>
        </p:nvGrpSpPr>
        <p:grpSpPr>
          <a:xfrm flipH="1">
            <a:off x="135926" y="3489481"/>
            <a:ext cx="1212738" cy="1212899"/>
            <a:chOff x="-714775" y="-690550"/>
            <a:chExt cx="2141700" cy="2141700"/>
          </a:xfrm>
        </p:grpSpPr>
        <p:sp>
          <p:nvSpPr>
            <p:cNvPr id="527" name="Google Shape;527;p46"/>
            <p:cNvSpPr/>
            <p:nvPr/>
          </p:nvSpPr>
          <p:spPr>
            <a:xfrm>
              <a:off x="-714775" y="-690550"/>
              <a:ext cx="2141700" cy="2141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28" name="Google Shape;528;p46"/>
            <p:cNvSpPr/>
            <p:nvPr/>
          </p:nvSpPr>
          <p:spPr>
            <a:xfrm>
              <a:off x="-484075" y="-459850"/>
              <a:ext cx="1680300" cy="1680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pic>
        <p:nvPicPr>
          <p:cNvPr id="529" name="Google Shape;52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389818" y="3892986"/>
            <a:ext cx="1039076" cy="405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0" name="Google Shape;530;p46"/>
          <p:cNvGrpSpPr/>
          <p:nvPr/>
        </p:nvGrpSpPr>
        <p:grpSpPr>
          <a:xfrm>
            <a:off x="5708966" y="2377913"/>
            <a:ext cx="387675" cy="387675"/>
            <a:chOff x="8172330" y="2673275"/>
            <a:chExt cx="516900" cy="516900"/>
          </a:xfrm>
        </p:grpSpPr>
        <p:sp>
          <p:nvSpPr>
            <p:cNvPr id="531" name="Google Shape;531;p46"/>
            <p:cNvSpPr/>
            <p:nvPr/>
          </p:nvSpPr>
          <p:spPr>
            <a:xfrm>
              <a:off x="8255115" y="2756075"/>
              <a:ext cx="351300" cy="351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32" name="Google Shape;532;p46"/>
            <p:cNvSpPr/>
            <p:nvPr/>
          </p:nvSpPr>
          <p:spPr>
            <a:xfrm>
              <a:off x="8172330" y="2673275"/>
              <a:ext cx="516900" cy="5169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C88FAC0-6793-19E0-B9FE-87115EDE97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8452" y="3764720"/>
            <a:ext cx="3693593" cy="662420"/>
          </a:xfrm>
          <a:prstGeom prst="rect">
            <a:avLst/>
          </a:prstGeom>
        </p:spPr>
      </p:pic>
      <p:sp>
        <p:nvSpPr>
          <p:cNvPr id="521" name="Google Shape;521;p46"/>
          <p:cNvSpPr txBox="1">
            <a:spLocks noGrp="1"/>
          </p:cNvSpPr>
          <p:nvPr>
            <p:ph type="subTitle" idx="1"/>
          </p:nvPr>
        </p:nvSpPr>
        <p:spPr>
          <a:xfrm>
            <a:off x="1760951" y="3168257"/>
            <a:ext cx="3336075" cy="321225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marL="0" indent="0"/>
            <a:r>
              <a:rPr lang="ru-RU" dirty="0">
                <a:highlight>
                  <a:schemeClr val="dk2"/>
                </a:highlight>
              </a:rPr>
              <a:t> Есть ли вопросы</a:t>
            </a:r>
            <a:r>
              <a:rPr lang="en-US" dirty="0">
                <a:highlight>
                  <a:schemeClr val="dk2"/>
                </a:highlight>
              </a:rPr>
              <a:t>?</a:t>
            </a:r>
            <a:endParaRPr dirty="0">
              <a:highlight>
                <a:schemeClr val="dk2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nk Loan Pitch Deck by Slidesgo">
  <a:themeElements>
    <a:clrScheme name="Simple Light">
      <a:dk1>
        <a:srgbClr val="111010"/>
      </a:dk1>
      <a:lt1>
        <a:srgbClr val="F3F3F3"/>
      </a:lt1>
      <a:dk2>
        <a:srgbClr val="FFD966"/>
      </a:dk2>
      <a:lt2>
        <a:srgbClr val="C9B576"/>
      </a:lt2>
      <a:accent1>
        <a:srgbClr val="9E9D9D"/>
      </a:accent1>
      <a:accent2>
        <a:srgbClr val="434343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1101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428</Words>
  <Application>Microsoft Macintosh PowerPoint</Application>
  <PresentationFormat>Custom</PresentationFormat>
  <Paragraphs>56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Inter Medium</vt:lpstr>
      <vt:lpstr>JetBrains Mono</vt:lpstr>
      <vt:lpstr>Arial</vt:lpstr>
      <vt:lpstr>Nunito Light</vt:lpstr>
      <vt:lpstr>Bank Loan Pitch Deck by Slidesgo</vt:lpstr>
      <vt:lpstr>Знакомство с CUDA и системой LuNA</vt:lpstr>
      <vt:lpstr>Цель и задачи</vt:lpstr>
      <vt:lpstr>_1_ Теоретические основы</vt:lpstr>
      <vt:lpstr>_2_ LuNA</vt:lpstr>
      <vt:lpstr>Практическое задание N2</vt:lpstr>
      <vt:lpstr>Скалярное произведение</vt:lpstr>
      <vt:lpstr>_6_ Установка CUDA для NVIDIA GeForce GTX 670</vt:lpstr>
      <vt:lpstr>PowerPoint Presentation</vt:lpstr>
      <vt:lpstr>Планы на будущее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Андрей Веретенников</cp:lastModifiedBy>
  <cp:revision>33</cp:revision>
  <dcterms:modified xsi:type="dcterms:W3CDTF">2025-12-23T17:57:10Z</dcterms:modified>
</cp:coreProperties>
</file>